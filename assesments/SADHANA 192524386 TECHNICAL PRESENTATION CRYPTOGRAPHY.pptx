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  <p:sldMasterId id="2147483672" r:id="rId4"/>
    <p:sldMasterId id="2147483684" r:id="rId5"/>
    <p:sldMasterId id="214748369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365" cy="6858000" type="screen4x3"/>
  <p:notesSz cx="6858000" cy="9144000"/>
  <p:embeddedFontLst>
    <p:embeddedFont>
      <p:font typeface="Inter" panose="02000503000000020004" charset="0"/>
      <p:bold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  <p:embeddedFont>
      <p:font typeface="Crimson Text SemiBold" charset="0"/>
      <p:bold r:id="rId25"/>
    </p:embeddedFont>
    <p:embeddedFont>
      <p:font typeface="Manrope ExtraBold" charset="0"/>
      <p:bold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2" Type="http://schemas.openxmlformats.org/officeDocument/2006/relationships/tags" Target="../tags/tag58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40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2" Type="http://schemas.openxmlformats.org/officeDocument/2006/relationships/tags" Target="../tags/tag107.xml"/><Relationship Id="rId21" Type="http://schemas.openxmlformats.org/officeDocument/2006/relationships/tags" Target="../tags/tag106.xml"/><Relationship Id="rId20" Type="http://schemas.openxmlformats.org/officeDocument/2006/relationships/tags" Target="../tags/tag105.xml"/><Relationship Id="rId2" Type="http://schemas.openxmlformats.org/officeDocument/2006/relationships/tags" Target="../tags/tag89.xml"/><Relationship Id="rId19" Type="http://schemas.openxmlformats.org/officeDocument/2006/relationships/tags" Target="../tags/tag104.xml"/><Relationship Id="rId18" Type="http://schemas.openxmlformats.org/officeDocument/2006/relationships/tags" Target="../tags/tag103.xml"/><Relationship Id="rId17" Type="http://schemas.openxmlformats.org/officeDocument/2006/relationships/tags" Target="../tags/tag102.xml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image" Target="../media/image2.svg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0" Type="http://schemas.openxmlformats.org/officeDocument/2006/relationships/tags" Target="../tags/tag126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83.xml"/><Relationship Id="rId8" Type="http://schemas.openxmlformats.org/officeDocument/2006/relationships/tags" Target="../tags/tag182.xml"/><Relationship Id="rId7" Type="http://schemas.openxmlformats.org/officeDocument/2006/relationships/tags" Target="../tags/tag181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0" Type="http://schemas.openxmlformats.org/officeDocument/2006/relationships/tags" Target="../tags/tag184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image" Target="../media/image5.png"/><Relationship Id="rId2" Type="http://schemas.openxmlformats.org/officeDocument/2006/relationships/tags" Target="../tags/tag192.xml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image" Target="../media/image6.png"/><Relationship Id="rId2" Type="http://schemas.openxmlformats.org/officeDocument/2006/relationships/tags" Target="../tags/tag203.xml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image" Target="../media/image7.png"/><Relationship Id="rId2" Type="http://schemas.openxmlformats.org/officeDocument/2006/relationships/tags" Target="../tags/tag208.xml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7" Type="http://schemas.openxmlformats.org/officeDocument/2006/relationships/tags" Target="../tags/tag219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249.xml"/><Relationship Id="rId7" Type="http://schemas.openxmlformats.org/officeDocument/2006/relationships/tags" Target="../tags/tag248.xml"/><Relationship Id="rId6" Type="http://schemas.openxmlformats.org/officeDocument/2006/relationships/tags" Target="../tags/tag247.xml"/><Relationship Id="rId5" Type="http://schemas.openxmlformats.org/officeDocument/2006/relationships/tags" Target="../tags/tag246.xml"/><Relationship Id="rId4" Type="http://schemas.openxmlformats.org/officeDocument/2006/relationships/tags" Target="../tags/tag245.xml"/><Relationship Id="rId3" Type="http://schemas.openxmlformats.org/officeDocument/2006/relationships/image" Target="../media/image8.png"/><Relationship Id="rId2" Type="http://schemas.openxmlformats.org/officeDocument/2006/relationships/tags" Target="../tags/tag244.xml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260.xml"/><Relationship Id="rId8" Type="http://schemas.openxmlformats.org/officeDocument/2006/relationships/tags" Target="../tags/tag259.xml"/><Relationship Id="rId7" Type="http://schemas.openxmlformats.org/officeDocument/2006/relationships/tags" Target="../tags/tag258.xml"/><Relationship Id="rId6" Type="http://schemas.openxmlformats.org/officeDocument/2006/relationships/image" Target="../media/image10.png"/><Relationship Id="rId5" Type="http://schemas.openxmlformats.org/officeDocument/2006/relationships/tags" Target="../tags/tag257.xml"/><Relationship Id="rId4" Type="http://schemas.openxmlformats.org/officeDocument/2006/relationships/image" Target="../media/image9.png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6" Type="http://schemas.openxmlformats.org/officeDocument/2006/relationships/tags" Target="../tags/tag267.xml"/><Relationship Id="rId15" Type="http://schemas.openxmlformats.org/officeDocument/2006/relationships/tags" Target="../tags/tag266.xml"/><Relationship Id="rId14" Type="http://schemas.openxmlformats.org/officeDocument/2006/relationships/tags" Target="../tags/tag265.xml"/><Relationship Id="rId13" Type="http://schemas.openxmlformats.org/officeDocument/2006/relationships/tags" Target="../tags/tag264.xml"/><Relationship Id="rId12" Type="http://schemas.openxmlformats.org/officeDocument/2006/relationships/tags" Target="../tags/tag263.xml"/><Relationship Id="rId11" Type="http://schemas.openxmlformats.org/officeDocument/2006/relationships/tags" Target="../tags/tag262.xml"/><Relationship Id="rId10" Type="http://schemas.openxmlformats.org/officeDocument/2006/relationships/tags" Target="../tags/tag261.xml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6" Type="http://schemas.openxmlformats.org/officeDocument/2006/relationships/tags" Target="../tags/tag272.xml"/><Relationship Id="rId5" Type="http://schemas.openxmlformats.org/officeDocument/2006/relationships/tags" Target="../tags/tag271.xml"/><Relationship Id="rId4" Type="http://schemas.openxmlformats.org/officeDocument/2006/relationships/tags" Target="../tags/tag270.xml"/><Relationship Id="rId3" Type="http://schemas.openxmlformats.org/officeDocument/2006/relationships/tags" Target="../tags/tag269.xml"/><Relationship Id="rId2" Type="http://schemas.openxmlformats.org/officeDocument/2006/relationships/tags" Target="../tags/tag268.xml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278.xml"/><Relationship Id="rId8" Type="http://schemas.openxmlformats.org/officeDocument/2006/relationships/tags" Target="../tags/tag277.xml"/><Relationship Id="rId7" Type="http://schemas.openxmlformats.org/officeDocument/2006/relationships/tags" Target="../tags/tag276.xml"/><Relationship Id="rId6" Type="http://schemas.openxmlformats.org/officeDocument/2006/relationships/image" Target="../media/image10.png"/><Relationship Id="rId5" Type="http://schemas.openxmlformats.org/officeDocument/2006/relationships/tags" Target="../tags/tag275.xml"/><Relationship Id="rId4" Type="http://schemas.openxmlformats.org/officeDocument/2006/relationships/image" Target="../media/image9.png"/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1" Type="http://schemas.openxmlformats.org/officeDocument/2006/relationships/tags" Target="../tags/tag280.xml"/><Relationship Id="rId10" Type="http://schemas.openxmlformats.org/officeDocument/2006/relationships/tags" Target="../tags/tag279.xml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286.xml"/><Relationship Id="rId8" Type="http://schemas.openxmlformats.org/officeDocument/2006/relationships/tags" Target="../tags/tag285.xml"/><Relationship Id="rId7" Type="http://schemas.openxmlformats.org/officeDocument/2006/relationships/tags" Target="../tags/tag284.xml"/><Relationship Id="rId6" Type="http://schemas.openxmlformats.org/officeDocument/2006/relationships/image" Target="../media/image10.png"/><Relationship Id="rId5" Type="http://schemas.openxmlformats.org/officeDocument/2006/relationships/tags" Target="../tags/tag283.xml"/><Relationship Id="rId4" Type="http://schemas.openxmlformats.org/officeDocument/2006/relationships/image" Target="../media/image9.png"/><Relationship Id="rId3" Type="http://schemas.openxmlformats.org/officeDocument/2006/relationships/tags" Target="../tags/tag282.xml"/><Relationship Id="rId2" Type="http://schemas.openxmlformats.org/officeDocument/2006/relationships/tags" Target="../tags/tag281.xml"/><Relationship Id="rId13" Type="http://schemas.openxmlformats.org/officeDocument/2006/relationships/tags" Target="../tags/tag290.xml"/><Relationship Id="rId12" Type="http://schemas.openxmlformats.org/officeDocument/2006/relationships/tags" Target="../tags/tag289.xml"/><Relationship Id="rId11" Type="http://schemas.openxmlformats.org/officeDocument/2006/relationships/tags" Target="../tags/tag288.xml"/><Relationship Id="rId10" Type="http://schemas.openxmlformats.org/officeDocument/2006/relationships/tags" Target="../tags/tag287.xml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7" Type="http://schemas.openxmlformats.org/officeDocument/2006/relationships/tags" Target="../tags/tag296.xml"/><Relationship Id="rId6" Type="http://schemas.openxmlformats.org/officeDocument/2006/relationships/tags" Target="../tags/tag295.xml"/><Relationship Id="rId5" Type="http://schemas.openxmlformats.org/officeDocument/2006/relationships/tags" Target="../tags/tag294.xml"/><Relationship Id="rId4" Type="http://schemas.openxmlformats.org/officeDocument/2006/relationships/tags" Target="../tags/tag293.xml"/><Relationship Id="rId3" Type="http://schemas.openxmlformats.org/officeDocument/2006/relationships/tags" Target="../tags/tag292.xml"/><Relationship Id="rId2" Type="http://schemas.openxmlformats.org/officeDocument/2006/relationships/tags" Target="../tags/tag291.xml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304.xml"/><Relationship Id="rId8" Type="http://schemas.openxmlformats.org/officeDocument/2006/relationships/tags" Target="../tags/tag303.xml"/><Relationship Id="rId7" Type="http://schemas.openxmlformats.org/officeDocument/2006/relationships/tags" Target="../tags/tag302.xml"/><Relationship Id="rId6" Type="http://schemas.openxmlformats.org/officeDocument/2006/relationships/tags" Target="../tags/tag301.xml"/><Relationship Id="rId5" Type="http://schemas.openxmlformats.org/officeDocument/2006/relationships/tags" Target="../tags/tag300.xml"/><Relationship Id="rId4" Type="http://schemas.openxmlformats.org/officeDocument/2006/relationships/tags" Target="../tags/tag299.xml"/><Relationship Id="rId3" Type="http://schemas.openxmlformats.org/officeDocument/2006/relationships/tags" Target="../tags/tag298.xml"/><Relationship Id="rId2" Type="http://schemas.openxmlformats.org/officeDocument/2006/relationships/tags" Target="../tags/tag297.xml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5" Type="http://schemas.openxmlformats.org/officeDocument/2006/relationships/tags" Target="../tags/tag308.xml"/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4" Type="http://schemas.openxmlformats.org/officeDocument/2006/relationships/tags" Target="../tags/tag311.xml"/><Relationship Id="rId3" Type="http://schemas.openxmlformats.org/officeDocument/2006/relationships/tags" Target="../tags/tag310.xml"/><Relationship Id="rId2" Type="http://schemas.openxmlformats.org/officeDocument/2006/relationships/tags" Target="../tags/tag309.xml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5" Type="http://schemas.openxmlformats.org/officeDocument/2006/relationships/tags" Target="../tags/tag315.xml"/><Relationship Id="rId4" Type="http://schemas.openxmlformats.org/officeDocument/2006/relationships/tags" Target="../tags/tag314.xml"/><Relationship Id="rId3" Type="http://schemas.openxmlformats.org/officeDocument/2006/relationships/tags" Target="../tags/tag313.xml"/><Relationship Id="rId2" Type="http://schemas.openxmlformats.org/officeDocument/2006/relationships/tags" Target="../tags/tag312.xml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6" Type="http://schemas.openxmlformats.org/officeDocument/2006/relationships/tags" Target="../tags/tag320.xml"/><Relationship Id="rId5" Type="http://schemas.openxmlformats.org/officeDocument/2006/relationships/tags" Target="../tags/tag319.xml"/><Relationship Id="rId4" Type="http://schemas.openxmlformats.org/officeDocument/2006/relationships/tags" Target="../tags/tag318.xml"/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9" Type="http://schemas.openxmlformats.org/officeDocument/2006/relationships/tags" Target="../tags/tag326.xml"/><Relationship Id="rId8" Type="http://schemas.openxmlformats.org/officeDocument/2006/relationships/tags" Target="../tags/tag325.xml"/><Relationship Id="rId7" Type="http://schemas.openxmlformats.org/officeDocument/2006/relationships/tags" Target="../tags/tag324.xml"/><Relationship Id="rId6" Type="http://schemas.openxmlformats.org/officeDocument/2006/relationships/image" Target="../media/image10.png"/><Relationship Id="rId5" Type="http://schemas.openxmlformats.org/officeDocument/2006/relationships/tags" Target="../tags/tag323.xml"/><Relationship Id="rId4" Type="http://schemas.openxmlformats.org/officeDocument/2006/relationships/image" Target="../media/image9.png"/><Relationship Id="rId3" Type="http://schemas.openxmlformats.org/officeDocument/2006/relationships/tags" Target="../tags/tag322.xml"/><Relationship Id="rId2" Type="http://schemas.openxmlformats.org/officeDocument/2006/relationships/tags" Target="../tags/tag321.xml"/><Relationship Id="rId15" Type="http://schemas.openxmlformats.org/officeDocument/2006/relationships/tags" Target="../tags/tag332.xml"/><Relationship Id="rId14" Type="http://schemas.openxmlformats.org/officeDocument/2006/relationships/tags" Target="../tags/tag331.xml"/><Relationship Id="rId13" Type="http://schemas.openxmlformats.org/officeDocument/2006/relationships/tags" Target="../tags/tag330.xml"/><Relationship Id="rId12" Type="http://schemas.openxmlformats.org/officeDocument/2006/relationships/tags" Target="../tags/tag329.xml"/><Relationship Id="rId11" Type="http://schemas.openxmlformats.org/officeDocument/2006/relationships/tags" Target="../tags/tag328.xml"/><Relationship Id="rId10" Type="http://schemas.openxmlformats.org/officeDocument/2006/relationships/tags" Target="../tags/tag327.xml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6719704" y="3429000"/>
            <a:ext cx="306851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4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>
            <p:custDataLst>
              <p:tags r:id="rId5"/>
            </p:custDataLst>
          </p:nvPr>
        </p:nvSpPr>
        <p:spPr>
          <a:xfrm>
            <a:off x="8277634" y="1016000"/>
            <a:ext cx="2933543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10436134" y="5241025"/>
            <a:ext cx="114950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>
            <p:custDataLst>
              <p:tags r:id="rId7"/>
            </p:custDataLst>
          </p:nvPr>
        </p:nvSpPr>
        <p:spPr>
          <a:xfrm>
            <a:off x="7760444" y="1016000"/>
            <a:ext cx="2933543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>
            <p:custDataLst>
              <p:tags r:id="rId8"/>
            </p:custDataLst>
          </p:nvPr>
        </p:nvSpPr>
        <p:spPr>
          <a:xfrm rot="3870695">
            <a:off x="8401018" y="972063"/>
            <a:ext cx="1676786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 rot="3870695">
            <a:off x="8401018" y="972063"/>
            <a:ext cx="1676786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>
            <p:custDataLst>
              <p:tags r:id="rId10"/>
            </p:custDataLst>
          </p:nvPr>
        </p:nvSpPr>
        <p:spPr>
          <a:xfrm>
            <a:off x="7183173" y="1646415"/>
            <a:ext cx="372174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4835" y="1806269"/>
            <a:ext cx="3203332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>
            <p:custDataLst>
              <p:tags r:id="rId14"/>
            </p:custDataLst>
          </p:nvPr>
        </p:nvCxnSpPr>
        <p:spPr>
          <a:xfrm>
            <a:off x="11122282" y="681237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5"/>
            </p:custDataLst>
          </p:nvPr>
        </p:nvCxnSpPr>
        <p:spPr>
          <a:xfrm>
            <a:off x="11122282" y="7568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6"/>
            </p:custDataLst>
          </p:nvPr>
        </p:nvCxnSpPr>
        <p:spPr>
          <a:xfrm>
            <a:off x="11122282" y="8330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>
            <p:custDataLst>
              <p:tags r:id="rId17"/>
            </p:custDataLst>
          </p:nvPr>
        </p:nvSpPr>
        <p:spPr>
          <a:xfrm>
            <a:off x="0" y="0"/>
            <a:ext cx="1848075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>
            <p:custDataLst>
              <p:tags r:id="rId18"/>
            </p:custDataLst>
          </p:nvPr>
        </p:nvSpPr>
        <p:spPr>
          <a:xfrm>
            <a:off x="9859557" y="4209212"/>
            <a:ext cx="368557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>
            <p:custDataLst>
              <p:tags r:id="rId19"/>
            </p:custDataLst>
          </p:nvPr>
        </p:nvSpPr>
        <p:spPr>
          <a:xfrm>
            <a:off x="7432419" y="1962602"/>
            <a:ext cx="651468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156" y="1121410"/>
            <a:ext cx="634522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55" y="4009006"/>
            <a:ext cx="5934790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54" y="504000"/>
            <a:ext cx="287985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07" y="5116537"/>
            <a:ext cx="287985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7988"/>
          </a:xfrm>
          <a:prstGeom prst="rect">
            <a:avLst/>
          </a:prstGeom>
          <a:gradFill flip="none" rotWithShape="1">
            <a:gsLst>
              <a:gs pos="6422">
                <a:schemeClr val="accent1">
                  <a:alpha val="25000"/>
                </a:schemeClr>
              </a:gs>
              <a:gs pos="53000">
                <a:schemeClr val="accent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矩形: 单圆角 21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3327226" cy="6857993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pic>
        <p:nvPicPr>
          <p:cNvPr id="23" name="图形 6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4038603"/>
            <a:ext cx="1180296" cy="2819401"/>
          </a:xfrm>
          <a:prstGeom prst="rect">
            <a:avLst/>
          </a:prstGeom>
        </p:spPr>
      </p:pic>
      <p:sp>
        <p:nvSpPr>
          <p:cNvPr id="25" name="矩形: 圆角 24"/>
          <p:cNvSpPr/>
          <p:nvPr>
            <p:custDataLst>
              <p:tags r:id="rId7"/>
            </p:custDataLst>
          </p:nvPr>
        </p:nvSpPr>
        <p:spPr>
          <a:xfrm>
            <a:off x="838157" y="1860552"/>
            <a:ext cx="10515052" cy="4356100"/>
          </a:xfrm>
          <a:prstGeom prst="roundRect">
            <a:avLst>
              <a:gd name="adj" fmla="val 3256"/>
            </a:avLst>
          </a:prstGeom>
          <a:solidFill>
            <a:schemeClr val="lt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01600" dist="101600" dir="2700000" algn="tl" rotWithShape="0">
              <a:schemeClr val="accent1">
                <a:alpha val="1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37" name="直接连接符 36"/>
          <p:cNvCxnSpPr/>
          <p:nvPr>
            <p:custDataLst>
              <p:tags r:id="rId8"/>
            </p:custDataLst>
          </p:nvPr>
        </p:nvCxnSpPr>
        <p:spPr>
          <a:xfrm>
            <a:off x="11122282" y="681237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9"/>
            </p:custDataLst>
          </p:nvPr>
        </p:nvCxnSpPr>
        <p:spPr>
          <a:xfrm>
            <a:off x="11122282" y="7568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10"/>
            </p:custDataLst>
          </p:nvPr>
        </p:nvCxnSpPr>
        <p:spPr>
          <a:xfrm>
            <a:off x="11122282" y="8330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29533" y="565150"/>
            <a:ext cx="3198328" cy="1081405"/>
          </a:xfrm>
        </p:spPr>
        <p:txBody>
          <a:bodyPr wrap="square" anchor="b">
            <a:normAutofit/>
          </a:bodyPr>
          <a:lstStyle>
            <a:lvl1pPr>
              <a:defRPr sz="4800">
                <a:solidFill>
                  <a:schemeClr val="lt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0" name="任意多边形: 形状 9"/>
          <p:cNvSpPr/>
          <p:nvPr>
            <p:custDataLst>
              <p:tags r:id="rId4"/>
            </p:custDataLst>
          </p:nvPr>
        </p:nvSpPr>
        <p:spPr>
          <a:xfrm>
            <a:off x="0" y="0"/>
            <a:ext cx="1848075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椭圆 10"/>
          <p:cNvSpPr/>
          <p:nvPr>
            <p:custDataLst>
              <p:tags r:id="rId5"/>
            </p:custDataLst>
          </p:nvPr>
        </p:nvSpPr>
        <p:spPr>
          <a:xfrm>
            <a:off x="533249" y="3925701"/>
            <a:ext cx="1827904" cy="1827999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3271889" y="1267996"/>
            <a:ext cx="2494176" cy="249430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3" name="矩形: 圆顶角 12"/>
          <p:cNvSpPr/>
          <p:nvPr>
            <p:custDataLst>
              <p:tags r:id="rId7"/>
            </p:custDataLst>
          </p:nvPr>
        </p:nvSpPr>
        <p:spPr>
          <a:xfrm>
            <a:off x="1297839" y="941537"/>
            <a:ext cx="3289040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>
            <p:custDataLst>
              <p:tags r:id="rId8"/>
            </p:custDataLst>
          </p:nvPr>
        </p:nvSpPr>
        <p:spPr>
          <a:xfrm>
            <a:off x="1549776" y="941537"/>
            <a:ext cx="3289040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图形 9"/>
          <p:cNvSpPr/>
          <p:nvPr>
            <p:custDataLst>
              <p:tags r:id="rId9"/>
            </p:custDataLst>
          </p:nvPr>
        </p:nvSpPr>
        <p:spPr>
          <a:xfrm>
            <a:off x="3096614" y="1724416"/>
            <a:ext cx="261752" cy="26176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6" name="图形 9"/>
          <p:cNvSpPr/>
          <p:nvPr>
            <p:custDataLst>
              <p:tags r:id="rId10"/>
            </p:custDataLst>
          </p:nvPr>
        </p:nvSpPr>
        <p:spPr>
          <a:xfrm>
            <a:off x="3383978" y="1866175"/>
            <a:ext cx="643552" cy="64358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17" name="图形 6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6847"/>
          <a:stretch>
            <a:fillRect/>
          </a:stretch>
        </p:blipFill>
        <p:spPr>
          <a:xfrm flipH="1">
            <a:off x="1499711" y="2619139"/>
            <a:ext cx="3737016" cy="3105193"/>
          </a:xfrm>
          <a:custGeom>
            <a:avLst/>
            <a:gdLst>
              <a:gd name="connsiteX0" fmla="*/ 0 w 4623746"/>
              <a:gd name="connsiteY0" fmla="*/ 0 h 3841801"/>
              <a:gd name="connsiteX1" fmla="*/ 4568731 w 4623746"/>
              <a:gd name="connsiteY1" fmla="*/ 0 h 3841801"/>
              <a:gd name="connsiteX2" fmla="*/ 4574584 w 4623746"/>
              <a:gd name="connsiteY2" fmla="*/ 22764 h 3841801"/>
              <a:gd name="connsiteX3" fmla="*/ 4623746 w 4623746"/>
              <a:gd name="connsiteY3" fmla="*/ 510447 h 3841801"/>
              <a:gd name="connsiteX4" fmla="*/ 4623746 w 4623746"/>
              <a:gd name="connsiteY4" fmla="*/ 3841801 h 3841801"/>
              <a:gd name="connsiteX5" fmla="*/ 0 w 4623746"/>
              <a:gd name="connsiteY5" fmla="*/ 3841801 h 384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3746" h="3841801">
                <a:moveTo>
                  <a:pt x="0" y="0"/>
                </a:moveTo>
                <a:lnTo>
                  <a:pt x="4568731" y="0"/>
                </a:lnTo>
                <a:lnTo>
                  <a:pt x="4574584" y="22764"/>
                </a:lnTo>
                <a:cubicBezTo>
                  <a:pt x="4606819" y="180290"/>
                  <a:pt x="4623746" y="343391"/>
                  <a:pt x="4623746" y="510447"/>
                </a:cubicBezTo>
                <a:lnTo>
                  <a:pt x="4623746" y="3841801"/>
                </a:lnTo>
                <a:lnTo>
                  <a:pt x="0" y="3841801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>
            <p:custDataLst>
              <p:tags r:id="rId14"/>
            </p:custDataLst>
          </p:nvPr>
        </p:nvSpPr>
        <p:spPr>
          <a:xfrm rot="16200000">
            <a:off x="10797636" y="5708698"/>
            <a:ext cx="107994" cy="495204"/>
          </a:xfrm>
          <a:custGeom>
            <a:avLst/>
            <a:gdLst>
              <a:gd name="connsiteX0" fmla="*/ 54000 w 108000"/>
              <a:gd name="connsiteY0" fmla="*/ 387204 h 495204"/>
              <a:gd name="connsiteX1" fmla="*/ 108000 w 108000"/>
              <a:gd name="connsiteY1" fmla="*/ 441204 h 495204"/>
              <a:gd name="connsiteX2" fmla="*/ 54000 w 108000"/>
              <a:gd name="connsiteY2" fmla="*/ 495204 h 495204"/>
              <a:gd name="connsiteX3" fmla="*/ 0 w 108000"/>
              <a:gd name="connsiteY3" fmla="*/ 441204 h 495204"/>
              <a:gd name="connsiteX4" fmla="*/ 54000 w 108000"/>
              <a:gd name="connsiteY4" fmla="*/ 387204 h 495204"/>
              <a:gd name="connsiteX5" fmla="*/ 54000 w 108000"/>
              <a:gd name="connsiteY5" fmla="*/ 193602 h 495204"/>
              <a:gd name="connsiteX6" fmla="*/ 108000 w 108000"/>
              <a:gd name="connsiteY6" fmla="*/ 247602 h 495204"/>
              <a:gd name="connsiteX7" fmla="*/ 54000 w 108000"/>
              <a:gd name="connsiteY7" fmla="*/ 301602 h 495204"/>
              <a:gd name="connsiteX8" fmla="*/ 0 w 108000"/>
              <a:gd name="connsiteY8" fmla="*/ 247602 h 495204"/>
              <a:gd name="connsiteX9" fmla="*/ 54000 w 108000"/>
              <a:gd name="connsiteY9" fmla="*/ 193602 h 495204"/>
              <a:gd name="connsiteX10" fmla="*/ 54000 w 108000"/>
              <a:gd name="connsiteY10" fmla="*/ 0 h 495204"/>
              <a:gd name="connsiteX11" fmla="*/ 108000 w 108000"/>
              <a:gd name="connsiteY11" fmla="*/ 54000 h 495204"/>
              <a:gd name="connsiteX12" fmla="*/ 54000 w 108000"/>
              <a:gd name="connsiteY12" fmla="*/ 108000 h 495204"/>
              <a:gd name="connsiteX13" fmla="*/ 0 w 108000"/>
              <a:gd name="connsiteY13" fmla="*/ 54000 h 495204"/>
              <a:gd name="connsiteX14" fmla="*/ 54000 w 108000"/>
              <a:gd name="connsiteY14" fmla="*/ 0 h 4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000" h="495204">
                <a:moveTo>
                  <a:pt x="54000" y="387204"/>
                </a:moveTo>
                <a:cubicBezTo>
                  <a:pt x="83823" y="387204"/>
                  <a:pt x="108000" y="411381"/>
                  <a:pt x="108000" y="441204"/>
                </a:cubicBezTo>
                <a:cubicBezTo>
                  <a:pt x="108000" y="471027"/>
                  <a:pt x="83823" y="495204"/>
                  <a:pt x="54000" y="495204"/>
                </a:cubicBezTo>
                <a:cubicBezTo>
                  <a:pt x="24177" y="495204"/>
                  <a:pt x="0" y="471027"/>
                  <a:pt x="0" y="441204"/>
                </a:cubicBezTo>
                <a:cubicBezTo>
                  <a:pt x="0" y="411381"/>
                  <a:pt x="24177" y="387204"/>
                  <a:pt x="54000" y="387204"/>
                </a:cubicBezTo>
                <a:close/>
                <a:moveTo>
                  <a:pt x="54000" y="193602"/>
                </a:moveTo>
                <a:cubicBezTo>
                  <a:pt x="83823" y="193602"/>
                  <a:pt x="108000" y="217779"/>
                  <a:pt x="108000" y="247602"/>
                </a:cubicBezTo>
                <a:cubicBezTo>
                  <a:pt x="108000" y="277425"/>
                  <a:pt x="83823" y="301602"/>
                  <a:pt x="54000" y="301602"/>
                </a:cubicBezTo>
                <a:cubicBezTo>
                  <a:pt x="24177" y="301602"/>
                  <a:pt x="0" y="277425"/>
                  <a:pt x="0" y="247602"/>
                </a:cubicBezTo>
                <a:cubicBezTo>
                  <a:pt x="0" y="217779"/>
                  <a:pt x="24177" y="193602"/>
                  <a:pt x="54000" y="193602"/>
                </a:cubicBezTo>
                <a:close/>
                <a:moveTo>
                  <a:pt x="54000" y="0"/>
                </a:moveTo>
                <a:cubicBezTo>
                  <a:pt x="83823" y="0"/>
                  <a:pt x="108000" y="24177"/>
                  <a:pt x="108000" y="54000"/>
                </a:cubicBezTo>
                <a:cubicBezTo>
                  <a:pt x="108000" y="83823"/>
                  <a:pt x="83823" y="108000"/>
                  <a:pt x="54000" y="108000"/>
                </a:cubicBezTo>
                <a:cubicBezTo>
                  <a:pt x="24177" y="108000"/>
                  <a:pt x="0" y="83823"/>
                  <a:pt x="0" y="54000"/>
                </a:cubicBezTo>
                <a:cubicBezTo>
                  <a:pt x="0" y="24177"/>
                  <a:pt x="24177" y="0"/>
                  <a:pt x="54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弧形 19"/>
          <p:cNvSpPr/>
          <p:nvPr>
            <p:custDataLst>
              <p:tags r:id="rId15"/>
            </p:custDataLst>
          </p:nvPr>
        </p:nvSpPr>
        <p:spPr>
          <a:xfrm rot="3870695">
            <a:off x="2441217" y="1174224"/>
            <a:ext cx="1676786" cy="5677950"/>
          </a:xfrm>
          <a:prstGeom prst="arc">
            <a:avLst>
              <a:gd name="adj1" fmla="val 3567365"/>
              <a:gd name="adj2" fmla="val 6578231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弧形 20"/>
          <p:cNvSpPr/>
          <p:nvPr>
            <p:custDataLst>
              <p:tags r:id="rId16"/>
            </p:custDataLst>
          </p:nvPr>
        </p:nvSpPr>
        <p:spPr>
          <a:xfrm rot="3870695">
            <a:off x="2236391" y="1174225"/>
            <a:ext cx="1676786" cy="5677950"/>
          </a:xfrm>
          <a:prstGeom prst="arc">
            <a:avLst>
              <a:gd name="adj1" fmla="val 15455795"/>
              <a:gd name="adj2" fmla="val 16780178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5236572" y="2974340"/>
            <a:ext cx="5852490" cy="2527935"/>
          </a:xfrm>
        </p:spPr>
        <p:txBody>
          <a:bodyPr wrap="square" anchor="t" anchorCtr="0">
            <a:normAutofit/>
          </a:bodyPr>
          <a:lstStyle>
            <a:lvl1pPr algn="r">
              <a:defRPr sz="52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110188" y="1631269"/>
            <a:ext cx="4978735" cy="122400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6000" b="1">
                <a:gradFill flip="none" rotWithShape="1">
                  <a:gsLst>
                    <a:gs pos="0">
                      <a:schemeClr val="accent2"/>
                    </a:gs>
                    <a:gs pos="43000">
                      <a:schemeClr val="accent1"/>
                    </a:gs>
                  </a:gsLst>
                  <a:lin ang="2700000" scaled="1"/>
                  <a:tileRect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cxnSp>
        <p:nvCxnSpPr>
          <p:cNvPr id="3" name="直接连接符 2"/>
          <p:cNvCxnSpPr/>
          <p:nvPr>
            <p:custDataLst>
              <p:tags r:id="rId22"/>
            </p:custDataLst>
          </p:nvPr>
        </p:nvCxnSpPr>
        <p:spPr>
          <a:xfrm>
            <a:off x="1192229" y="5956300"/>
            <a:ext cx="9270995" cy="0"/>
          </a:xfrm>
          <a:prstGeom prst="line">
            <a:avLst/>
          </a:prstGeom>
          <a:solidFill>
            <a:srgbClr val="98E3BC"/>
          </a:solidFill>
          <a:ln w="12700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24" y="1301750"/>
            <a:ext cx="5323563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1879" y="1301750"/>
            <a:ext cx="5323563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289" y="360045"/>
            <a:ext cx="10800152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24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24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1879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1879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24" y="360045"/>
            <a:ext cx="10801422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289" y="360045"/>
            <a:ext cx="10798883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24" y="1301750"/>
            <a:ext cx="10798526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9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任意多边形: 形状 7"/>
          <p:cNvSpPr/>
          <p:nvPr>
            <p:custDataLst>
              <p:tags r:id="rId4"/>
            </p:custDataLst>
          </p:nvPr>
        </p:nvSpPr>
        <p:spPr>
          <a:xfrm>
            <a:off x="0" y="0"/>
            <a:ext cx="1848075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5"/>
            </p:custDataLst>
          </p:nvPr>
        </p:nvSpPr>
        <p:spPr>
          <a:xfrm flipH="1" flipV="1">
            <a:off x="9257818" y="3925570"/>
            <a:ext cx="2934182" cy="293243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矩形: 单圆角 11"/>
          <p:cNvSpPr/>
          <p:nvPr>
            <p:custDataLst>
              <p:tags r:id="rId6"/>
            </p:custDataLst>
          </p:nvPr>
        </p:nvSpPr>
        <p:spPr>
          <a:xfrm>
            <a:off x="732451" y="970310"/>
            <a:ext cx="10620161" cy="5001610"/>
          </a:xfrm>
          <a:prstGeom prst="round1Rect">
            <a:avLst>
              <a:gd name="adj" fmla="val 37950"/>
            </a:avLst>
          </a:prstGeom>
          <a:gradFill flip="none" rotWithShape="1">
            <a:gsLst>
              <a:gs pos="16000">
                <a:schemeClr val="accent1">
                  <a:lumMod val="20000"/>
                  <a:lumOff val="80000"/>
                </a:schemeClr>
              </a:gs>
              <a:gs pos="81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678622" y="966964"/>
            <a:ext cx="4484758" cy="432865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75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5" name="矩形: 单圆角 14"/>
          <p:cNvSpPr/>
          <p:nvPr>
            <p:custDataLst>
              <p:tags r:id="rId8"/>
            </p:custDataLst>
          </p:nvPr>
        </p:nvSpPr>
        <p:spPr>
          <a:xfrm flipH="1">
            <a:off x="835866" y="5231764"/>
            <a:ext cx="10517342" cy="869353"/>
          </a:xfrm>
          <a:prstGeom prst="round1Rect">
            <a:avLst>
              <a:gd name="adj" fmla="val 29548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600" b="1"/>
          </a:p>
        </p:txBody>
      </p:sp>
      <p:pic>
        <p:nvPicPr>
          <p:cNvPr id="16" name="图形 12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6654"/>
          <a:stretch>
            <a:fillRect/>
          </a:stretch>
        </p:blipFill>
        <p:spPr>
          <a:xfrm>
            <a:off x="7176667" y="1773850"/>
            <a:ext cx="3773999" cy="4327268"/>
          </a:xfrm>
          <a:prstGeom prst="rect">
            <a:avLst/>
          </a:prstGeom>
        </p:spPr>
      </p:pic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3479357" y="5666440"/>
            <a:ext cx="5233941" cy="0"/>
          </a:xfrm>
          <a:prstGeom prst="line">
            <a:avLst/>
          </a:prstGeom>
          <a:solidFill>
            <a:srgbClr val="98E3BC"/>
          </a:solidFill>
          <a:ln w="15875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3"/>
            </p:custDataLst>
          </p:nvPr>
        </p:nvCxnSpPr>
        <p:spPr>
          <a:xfrm>
            <a:off x="11122282" y="681237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4"/>
            </p:custDataLst>
          </p:nvPr>
        </p:nvCxnSpPr>
        <p:spPr>
          <a:xfrm>
            <a:off x="11122282" y="7568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15"/>
            </p:custDataLst>
          </p:nvPr>
        </p:nvCxnSpPr>
        <p:spPr>
          <a:xfrm>
            <a:off x="11122282" y="8330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838156" y="1265786"/>
            <a:ext cx="5958943" cy="230430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838754" y="504000"/>
            <a:ext cx="287985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1091930" y="5414440"/>
            <a:ext cx="287985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22"/>
            </p:custDataLst>
          </p:nvPr>
        </p:nvSpPr>
        <p:spPr>
          <a:xfrm>
            <a:off x="8219585" y="5414440"/>
            <a:ext cx="287985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>
            <p:custDataLst>
              <p:tags r:id="rId2"/>
            </p:custDataLst>
          </p:nvPr>
        </p:nvSpPr>
        <p:spPr>
          <a:xfrm>
            <a:off x="0" y="2377440"/>
            <a:ext cx="5193521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7 (Stroke)_#color-2083&amp;10102"/>
          <p:cNvSpPr/>
          <p:nvPr>
            <p:custDataLst>
              <p:tags r:id="rId3"/>
            </p:custDataLst>
          </p:nvPr>
        </p:nvSpPr>
        <p:spPr>
          <a:xfrm>
            <a:off x="0" y="0"/>
            <a:ext cx="250532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>
            <p:custDataLst>
              <p:tags r:id="rId4"/>
            </p:custDataLst>
          </p:nvPr>
        </p:nvSpPr>
        <p:spPr>
          <a:xfrm>
            <a:off x="9463547" y="4379976"/>
            <a:ext cx="1609260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>
            <p:custDataLst>
              <p:tags r:id="rId5"/>
            </p:custDataLst>
          </p:nvPr>
        </p:nvSpPr>
        <p:spPr>
          <a:xfrm>
            <a:off x="11337969" y="3617849"/>
            <a:ext cx="530324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70612" y="1862454"/>
            <a:ext cx="9467357" cy="2628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612" y="4790127"/>
            <a:ext cx="749197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Ellipse 36-2082&amp;9912"/>
          <p:cNvSpPr/>
          <p:nvPr>
            <p:custDataLst>
              <p:tags r:id="rId5"/>
            </p:custDataLst>
          </p:nvPr>
        </p:nvSpPr>
        <p:spPr>
          <a:xfrm>
            <a:off x="6976509" y="1005840"/>
            <a:ext cx="4343174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llipse 37 (Stroke)_#color-2083&amp;10105"/>
          <p:cNvSpPr/>
          <p:nvPr>
            <p:custDataLst>
              <p:tags r:id="rId6"/>
            </p:custDataLst>
          </p:nvPr>
        </p:nvSpPr>
        <p:spPr>
          <a:xfrm>
            <a:off x="7159379" y="0"/>
            <a:ext cx="3977433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7708805" y="2637205"/>
            <a:ext cx="287985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>
            <p:custDataLst>
              <p:tags r:id="rId2"/>
            </p:custDataLst>
          </p:nvPr>
        </p:nvSpPr>
        <p:spPr>
          <a:xfrm>
            <a:off x="0" y="566928"/>
            <a:ext cx="5422110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>
            <p:custDataLst>
              <p:tags r:id="rId3"/>
            </p:custDataLst>
          </p:nvPr>
        </p:nvSpPr>
        <p:spPr>
          <a:xfrm>
            <a:off x="11313587" y="1463040"/>
            <a:ext cx="877778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>
            <p:custDataLst>
              <p:tags r:id="rId4"/>
            </p:custDataLst>
          </p:nvPr>
        </p:nvSpPr>
        <p:spPr>
          <a:xfrm>
            <a:off x="10131024" y="301752"/>
            <a:ext cx="530324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50585" y="1621790"/>
            <a:ext cx="5463890" cy="278955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459" y="665438"/>
            <a:ext cx="4402679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764" y="1364400"/>
            <a:ext cx="518133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2871" y="1364400"/>
            <a:ext cx="518133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764" y="360000"/>
            <a:ext cx="10799438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764" y="1364400"/>
            <a:ext cx="515751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764" y="2061275"/>
            <a:ext cx="515751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283" y="1364400"/>
            <a:ext cx="518291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283" y="2061275"/>
            <a:ext cx="518291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156" y="360000"/>
            <a:ext cx="10515052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764" y="360000"/>
            <a:ext cx="10799438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764" y="1296000"/>
            <a:ext cx="10799438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>
            <p:custDataLst>
              <p:tags r:id="rId2"/>
            </p:custDataLst>
          </p:nvPr>
        </p:nvSpPr>
        <p:spPr>
          <a:xfrm>
            <a:off x="0" y="2679192"/>
            <a:ext cx="5056369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>
            <p:custDataLst>
              <p:tags r:id="rId3"/>
            </p:custDataLst>
          </p:nvPr>
        </p:nvSpPr>
        <p:spPr>
          <a:xfrm>
            <a:off x="9536695" y="1152144"/>
            <a:ext cx="1298380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>
            <p:custDataLst>
              <p:tags r:id="rId4"/>
            </p:custDataLst>
          </p:nvPr>
        </p:nvSpPr>
        <p:spPr>
          <a:xfrm>
            <a:off x="0" y="0"/>
            <a:ext cx="2368173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>
            <p:custDataLst>
              <p:tags r:id="rId5"/>
            </p:custDataLst>
          </p:nvPr>
        </p:nvSpPr>
        <p:spPr>
          <a:xfrm>
            <a:off x="10899080" y="3429000"/>
            <a:ext cx="530324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404" y="555752"/>
            <a:ext cx="10095974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404" y="4217290"/>
            <a:ext cx="10095974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14849" y="1742132"/>
            <a:ext cx="10776516" cy="51158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694654" y="1306195"/>
            <a:ext cx="6951618" cy="244919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sym typeface="+mn-ea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694654" y="4182110"/>
            <a:ext cx="3918381" cy="50419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8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9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2551882"/>
            <a:ext cx="7341462" cy="430294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2114306" y="1303507"/>
            <a:ext cx="2879850" cy="2346658"/>
          </a:xfrm>
        </p:spPr>
        <p:txBody>
          <a:bodyPr anchor="ctr">
            <a:normAutofit/>
          </a:bodyPr>
          <a:lstStyle>
            <a:lvl1pPr>
              <a:defRPr sz="4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987574" y="1496287"/>
            <a:ext cx="9203791" cy="53584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322001" y="3168015"/>
            <a:ext cx="8319337" cy="2193925"/>
          </a:xfrm>
        </p:spPr>
        <p:txBody>
          <a:bodyPr anchor="t">
            <a:normAutofit/>
          </a:bodyPr>
          <a:lstStyle>
            <a:lvl1pPr algn="l">
              <a:defRPr sz="4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1322001" y="1767840"/>
            <a:ext cx="8319337" cy="1224280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8000" b="1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2"/>
            </p:custDataLst>
          </p:nvPr>
        </p:nvSpPr>
        <p:spPr>
          <a:xfrm>
            <a:off x="694763" y="1266825"/>
            <a:ext cx="5181330" cy="4910775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312871" y="1266825"/>
            <a:ext cx="5181330" cy="4910775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4764" y="1277189"/>
            <a:ext cx="5157518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4764" y="1916723"/>
            <a:ext cx="5157518" cy="427294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311283" y="1277189"/>
            <a:ext cx="5182918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311283" y="1916723"/>
            <a:ext cx="5182918" cy="427294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85764" y="360000"/>
            <a:ext cx="10813487" cy="581760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4763" y="1266825"/>
            <a:ext cx="10804488" cy="576000"/>
          </a:xfrm>
        </p:spPr>
        <p:txBody>
          <a:bodyPr anchor="t"/>
          <a:lstStyle>
            <a:lvl1pPr marL="0" indent="0">
              <a:buNone/>
              <a:defRPr sz="2400" b="0">
                <a:latin typeface="+mn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00175" y="1409248"/>
            <a:ext cx="9791189" cy="54487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694763" y="1954800"/>
            <a:ext cx="6094483" cy="1800000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694654" y="4182110"/>
            <a:ext cx="3918381" cy="504190"/>
          </a:xfrm>
        </p:spPr>
        <p:txBody>
          <a:bodyPr vert="horz" lIns="0" tIns="0" rIns="0" bIns="0" rtlCol="0" anchor="ctr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8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9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2"/>
            </p:custDataLst>
          </p:nvPr>
        </p:nvSpPr>
        <p:spPr>
          <a:xfrm>
            <a:off x="635" y="-55064"/>
            <a:ext cx="12190730" cy="691225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/>
          </a:p>
        </p:txBody>
      </p:sp>
      <p:pic>
        <p:nvPicPr>
          <p:cNvPr id="3" name="图片 2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55887"/>
            <a:ext cx="12191365" cy="691307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887"/>
            <a:ext cx="12191365" cy="6913074"/>
          </a:xfrm>
          <a:prstGeom prst="rect">
            <a:avLst/>
          </a:prstGeom>
        </p:spPr>
      </p:pic>
      <p:cxnSp>
        <p:nvCxnSpPr>
          <p:cNvPr id="32" name="直接连接符 31"/>
          <p:cNvCxnSpPr/>
          <p:nvPr userDrawn="1">
            <p:custDataLst>
              <p:tags r:id="rId7"/>
            </p:custDataLst>
          </p:nvPr>
        </p:nvCxnSpPr>
        <p:spPr>
          <a:xfrm>
            <a:off x="721857" y="5955500"/>
            <a:ext cx="4559731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 flipH="1">
            <a:off x="6901757" y="5987583"/>
            <a:ext cx="4559731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燕尾形 56"/>
          <p:cNvSpPr/>
          <p:nvPr userDrawn="1">
            <p:custDataLst>
              <p:tags r:id="rId9"/>
            </p:custDataLst>
          </p:nvPr>
        </p:nvSpPr>
        <p:spPr>
          <a:xfrm>
            <a:off x="11237645" y="505612"/>
            <a:ext cx="185410" cy="18477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10"/>
            </p:custDataLst>
          </p:nvPr>
        </p:nvSpPr>
        <p:spPr>
          <a:xfrm>
            <a:off x="11391307" y="505612"/>
            <a:ext cx="185410" cy="18477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11"/>
            </p:custDataLst>
          </p:nvPr>
        </p:nvSpPr>
        <p:spPr>
          <a:xfrm>
            <a:off x="5291047" y="5744691"/>
            <a:ext cx="1609270" cy="42161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</a:defRPr>
            </a:lvl1pPr>
          </a:lstStyle>
          <a:p>
            <a:pPr lvl="0" algn="ctr"/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type="body" idx="2" hasCustomPrompt="1"/>
            <p:custDataLst>
              <p:tags r:id="rId12"/>
            </p:custDataLst>
          </p:nvPr>
        </p:nvSpPr>
        <p:spPr>
          <a:xfrm>
            <a:off x="1929030" y="3429000"/>
            <a:ext cx="8333941" cy="43297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800" b="0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3"/>
            </p:custDataLst>
          </p:nvPr>
        </p:nvSpPr>
        <p:spPr>
          <a:xfrm>
            <a:off x="1266759" y="136696"/>
            <a:ext cx="9679436" cy="312594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8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 algn="ctr">
              <a:lnSpc>
                <a:spcPct val="100000"/>
              </a:lnSpc>
            </a:pPr>
            <a:r>
              <a:rPr>
                <a:sym typeface="+mn-ea"/>
              </a:rPr>
              <a:t>Click to add title</a:t>
            </a:r>
            <a:endParaRPr lang="en-US" dirty="0">
              <a:latin typeface="+mj-lt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38156" y="6356198"/>
            <a:ext cx="2743057" cy="365106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390" y="6356198"/>
            <a:ext cx="4114586" cy="36510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152" y="6356198"/>
            <a:ext cx="2743057" cy="365106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156" y="6356198"/>
            <a:ext cx="2743057" cy="365106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390" y="6356198"/>
            <a:ext cx="4114586" cy="36510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152" y="6356198"/>
            <a:ext cx="2743057" cy="365106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064"/>
            <a:ext cx="12190730" cy="691225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/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456"/>
            <a:ext cx="12191365" cy="685764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56"/>
            <a:ext cx="12191365" cy="6857643"/>
          </a:xfrm>
          <a:prstGeom prst="rect">
            <a:avLst/>
          </a:prstGeom>
        </p:spPr>
      </p:pic>
      <p:cxnSp>
        <p:nvCxnSpPr>
          <p:cNvPr id="47" name="直接连接符 46"/>
          <p:cNvCxnSpPr/>
          <p:nvPr userDrawn="1">
            <p:custDataLst>
              <p:tags r:id="rId7"/>
            </p:custDataLst>
          </p:nvPr>
        </p:nvCxnSpPr>
        <p:spPr>
          <a:xfrm>
            <a:off x="2482053" y="1123101"/>
            <a:ext cx="9612730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516396" y="291234"/>
            <a:ext cx="7067340" cy="831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38156" y="6356198"/>
            <a:ext cx="2743057" cy="365106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038390" y="6356198"/>
            <a:ext cx="4114586" cy="36510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152" y="6356198"/>
            <a:ext cx="2743057" cy="365106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064"/>
            <a:ext cx="12190730" cy="691225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/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456"/>
            <a:ext cx="12191365" cy="685764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56"/>
            <a:ext cx="12191365" cy="6857643"/>
          </a:xfrm>
          <a:prstGeom prst="rect">
            <a:avLst/>
          </a:prstGeom>
        </p:spPr>
      </p:pic>
      <p:sp>
        <p:nvSpPr>
          <p:cNvPr id="57" name="燕尾形 56"/>
          <p:cNvSpPr/>
          <p:nvPr userDrawn="1">
            <p:custDataLst>
              <p:tags r:id="rId7"/>
            </p:custDataLst>
          </p:nvPr>
        </p:nvSpPr>
        <p:spPr>
          <a:xfrm>
            <a:off x="11237645" y="505612"/>
            <a:ext cx="185410" cy="18477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8"/>
            </p:custDataLst>
          </p:nvPr>
        </p:nvSpPr>
        <p:spPr>
          <a:xfrm>
            <a:off x="11391307" y="505612"/>
            <a:ext cx="185410" cy="18477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9"/>
            </p:custDataLst>
          </p:nvPr>
        </p:nvSpPr>
        <p:spPr>
          <a:xfrm>
            <a:off x="2500359" y="2426459"/>
            <a:ext cx="7190646" cy="643012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1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atin typeface="+mn-lt"/>
              </a:defRPr>
            </a:lvl1pPr>
          </a:lstStyle>
          <a:p>
            <a:pPr lvl="0" algn="ctr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2500359" y="3180319"/>
            <a:ext cx="7190647" cy="17718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 algn="ctr"/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38156" y="6356198"/>
            <a:ext cx="2743057" cy="365106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038390" y="6356198"/>
            <a:ext cx="4114586" cy="36510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610152" y="6356198"/>
            <a:ext cx="2743057" cy="365106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156" y="6356198"/>
            <a:ext cx="2743057" cy="365106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390" y="6356198"/>
            <a:ext cx="4114586" cy="36510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152" y="6356198"/>
            <a:ext cx="2743057" cy="365106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695924" y="1301861"/>
            <a:ext cx="5323563" cy="4875596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171879" y="1301861"/>
            <a:ext cx="5323563" cy="4875596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156" y="6356198"/>
            <a:ext cx="2743057" cy="365106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390" y="6356198"/>
            <a:ext cx="4114586" cy="365106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152" y="6356198"/>
            <a:ext cx="2743057" cy="365106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39744" y="360160"/>
            <a:ext cx="10515052" cy="86395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24" y="1301861"/>
            <a:ext cx="5323563" cy="411282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95924" y="1875180"/>
            <a:ext cx="5323563" cy="4300052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1879" y="1301861"/>
            <a:ext cx="5323563" cy="411282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6171879" y="1875180"/>
            <a:ext cx="5323563" cy="4300052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156" y="6356198"/>
            <a:ext cx="2743057" cy="365106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390" y="6356198"/>
            <a:ext cx="4114586" cy="36510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152" y="6356198"/>
            <a:ext cx="2743057" cy="365106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156" y="6356198"/>
            <a:ext cx="2743057" cy="365106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390" y="6356198"/>
            <a:ext cx="4114586" cy="36510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152" y="6356198"/>
            <a:ext cx="2743057" cy="365106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24" y="360205"/>
            <a:ext cx="10801422" cy="5817567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156" y="6356198"/>
            <a:ext cx="2743057" cy="365106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390" y="6356198"/>
            <a:ext cx="4114586" cy="36510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152" y="6356198"/>
            <a:ext cx="2743057" cy="365106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39744" y="360160"/>
            <a:ext cx="10515052" cy="863955"/>
          </a:xfrm>
        </p:spPr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24" y="1301861"/>
            <a:ext cx="10798526" cy="405532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 u="none" strike="noStrike" kern="1200" cap="none" spc="0" normalizeH="0">
                <a:solidFill>
                  <a:srgbClr val="FFFFF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-55064"/>
            <a:ext cx="12190730" cy="691225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/>
          </a:p>
        </p:txBody>
      </p:sp>
      <p:pic>
        <p:nvPicPr>
          <p:cNvPr id="2" name="图片 1" descr="背景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18000" contrast="24000"/>
          </a:blip>
          <a:stretch>
            <a:fillRect/>
          </a:stretch>
        </p:blipFill>
        <p:spPr>
          <a:xfrm>
            <a:off x="0" y="-55887"/>
            <a:ext cx="12191365" cy="691307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lum bright="18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887"/>
            <a:ext cx="12191365" cy="6913074"/>
          </a:xfrm>
          <a:prstGeom prst="rect">
            <a:avLst/>
          </a:prstGeom>
        </p:spPr>
      </p:pic>
      <p:cxnSp>
        <p:nvCxnSpPr>
          <p:cNvPr id="32" name="直接连接符 31"/>
          <p:cNvCxnSpPr/>
          <p:nvPr userDrawn="1">
            <p:custDataLst>
              <p:tags r:id="rId7"/>
            </p:custDataLst>
          </p:nvPr>
        </p:nvCxnSpPr>
        <p:spPr>
          <a:xfrm>
            <a:off x="721857" y="5955500"/>
            <a:ext cx="4559731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4" name="直接连接符 33"/>
          <p:cNvCxnSpPr/>
          <p:nvPr userDrawn="1">
            <p:custDataLst>
              <p:tags r:id="rId8"/>
            </p:custDataLst>
          </p:nvPr>
        </p:nvCxnSpPr>
        <p:spPr>
          <a:xfrm flipH="1">
            <a:off x="6901757" y="5987583"/>
            <a:ext cx="4559731" cy="0"/>
          </a:xfrm>
          <a:prstGeom prst="line">
            <a:avLst/>
          </a:prstGeom>
          <a:noFill/>
          <a:ln w="22225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燕尾形 56"/>
          <p:cNvSpPr/>
          <p:nvPr userDrawn="1">
            <p:custDataLst>
              <p:tags r:id="rId9"/>
            </p:custDataLst>
          </p:nvPr>
        </p:nvSpPr>
        <p:spPr>
          <a:xfrm>
            <a:off x="11237645" y="505612"/>
            <a:ext cx="185410" cy="18477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8" name="燕尾形 57"/>
          <p:cNvSpPr/>
          <p:nvPr userDrawn="1">
            <p:custDataLst>
              <p:tags r:id="rId10"/>
            </p:custDataLst>
          </p:nvPr>
        </p:nvSpPr>
        <p:spPr>
          <a:xfrm>
            <a:off x="11391307" y="505612"/>
            <a:ext cx="185410" cy="184775"/>
          </a:xfrm>
          <a:prstGeom prst="chevron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5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1"/>
            </p:custDataLst>
          </p:nvPr>
        </p:nvSpPr>
        <p:spPr>
          <a:xfrm>
            <a:off x="2233814" y="1696175"/>
            <a:ext cx="7723738" cy="23430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0" i="1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</a:defRPr>
            </a:lvl1pPr>
          </a:lstStyle>
          <a:p>
            <a:pPr lvl="0" algn="ctr">
              <a:lnSpc>
                <a:spcPct val="100000"/>
              </a:lnSpc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12"/>
            </p:custDataLst>
          </p:nvPr>
        </p:nvSpPr>
        <p:spPr>
          <a:xfrm>
            <a:off x="5291047" y="5744691"/>
            <a:ext cx="1609270" cy="42161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</a:defRPr>
            </a:lvl1pPr>
          </a:lstStyle>
          <a:p>
            <a:pPr lvl="0" algn="ctr"/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38156" y="6356198"/>
            <a:ext cx="2743057" cy="365106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390" y="6356198"/>
            <a:ext cx="4114586" cy="36510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152" y="6356198"/>
            <a:ext cx="2743057" cy="365106"/>
          </a:xfrm>
        </p:spPr>
        <p:txBody>
          <a:bodyPr/>
          <a:lstStyle/>
          <a:p>
            <a:fld id="{515A922F-1294-4387-9CB3-FCC8465D97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4" Type="http://schemas.openxmlformats.org/officeDocument/2006/relationships/theme" Target="../theme/theme2.xml"/><Relationship Id="rId23" Type="http://schemas.openxmlformats.org/officeDocument/2006/relationships/tags" Target="../tags/tag117.xml"/><Relationship Id="rId22" Type="http://schemas.openxmlformats.org/officeDocument/2006/relationships/tags" Target="../tags/tag116.xml"/><Relationship Id="rId21" Type="http://schemas.openxmlformats.org/officeDocument/2006/relationships/tags" Target="../tags/tag115.xml"/><Relationship Id="rId20" Type="http://schemas.openxmlformats.org/officeDocument/2006/relationships/tags" Target="../tags/tag11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image" Target="../media/image4.svg"/><Relationship Id="rId16" Type="http://schemas.openxmlformats.org/officeDocument/2006/relationships/image" Target="../media/image3.png"/><Relationship Id="rId15" Type="http://schemas.openxmlformats.org/officeDocument/2006/relationships/tags" Target="../tags/tag111.xml"/><Relationship Id="rId14" Type="http://schemas.openxmlformats.org/officeDocument/2006/relationships/tags" Target="../tags/tag110.xml"/><Relationship Id="rId13" Type="http://schemas.openxmlformats.org/officeDocument/2006/relationships/tags" Target="../tags/tag109.xml"/><Relationship Id="rId12" Type="http://schemas.openxmlformats.org/officeDocument/2006/relationships/tags" Target="../tags/tag108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9" Type="http://schemas.openxmlformats.org/officeDocument/2006/relationships/theme" Target="../theme/theme3.xml"/><Relationship Id="rId18" Type="http://schemas.openxmlformats.org/officeDocument/2006/relationships/tags" Target="../tags/tag191.xml"/><Relationship Id="rId17" Type="http://schemas.openxmlformats.org/officeDocument/2006/relationships/tags" Target="../tags/tag190.xml"/><Relationship Id="rId16" Type="http://schemas.openxmlformats.org/officeDocument/2006/relationships/tags" Target="../tags/tag189.xml"/><Relationship Id="rId15" Type="http://schemas.openxmlformats.org/officeDocument/2006/relationships/tags" Target="../tags/tag188.xml"/><Relationship Id="rId14" Type="http://schemas.openxmlformats.org/officeDocument/2006/relationships/tags" Target="../tags/tag187.xml"/><Relationship Id="rId13" Type="http://schemas.openxmlformats.org/officeDocument/2006/relationships/tags" Target="../tags/tag186.xml"/><Relationship Id="rId12" Type="http://schemas.openxmlformats.org/officeDocument/2006/relationships/tags" Target="../tags/tag185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7" Type="http://schemas.openxmlformats.org/officeDocument/2006/relationships/theme" Target="../theme/theme4.xml"/><Relationship Id="rId16" Type="http://schemas.openxmlformats.org/officeDocument/2006/relationships/tags" Target="../tags/tag254.xml"/><Relationship Id="rId15" Type="http://schemas.openxmlformats.org/officeDocument/2006/relationships/tags" Target="../tags/tag253.xml"/><Relationship Id="rId14" Type="http://schemas.openxmlformats.org/officeDocument/2006/relationships/tags" Target="../tags/tag252.xml"/><Relationship Id="rId13" Type="http://schemas.openxmlformats.org/officeDocument/2006/relationships/tags" Target="../tags/tag251.xml"/><Relationship Id="rId12" Type="http://schemas.openxmlformats.org/officeDocument/2006/relationships/tags" Target="../tags/tag250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1" Type="http://schemas.openxmlformats.org/officeDocument/2006/relationships/theme" Target="../theme/theme5.xml"/><Relationship Id="rId20" Type="http://schemas.openxmlformats.org/officeDocument/2006/relationships/tags" Target="../tags/tag341.xml"/><Relationship Id="rId2" Type="http://schemas.openxmlformats.org/officeDocument/2006/relationships/slideLayout" Target="../slideLayouts/slideLayout46.xml"/><Relationship Id="rId19" Type="http://schemas.openxmlformats.org/officeDocument/2006/relationships/tags" Target="../tags/tag340.xml"/><Relationship Id="rId18" Type="http://schemas.openxmlformats.org/officeDocument/2006/relationships/tags" Target="../tags/tag339.xml"/><Relationship Id="rId17" Type="http://schemas.openxmlformats.org/officeDocument/2006/relationships/tags" Target="../tags/tag338.xml"/><Relationship Id="rId16" Type="http://schemas.openxmlformats.org/officeDocument/2006/relationships/tags" Target="../tags/tag337.xml"/><Relationship Id="rId15" Type="http://schemas.openxmlformats.org/officeDocument/2006/relationships/tags" Target="../tags/tag336.xml"/><Relationship Id="rId14" Type="http://schemas.openxmlformats.org/officeDocument/2006/relationships/tags" Target="../tags/tag335.xml"/><Relationship Id="rId13" Type="http://schemas.openxmlformats.org/officeDocument/2006/relationships/tags" Target="../tags/tag334.xml"/><Relationship Id="rId12" Type="http://schemas.openxmlformats.org/officeDocument/2006/relationships/tags" Target="../tags/tag333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>
            <p:custDataLst>
              <p:tags r:id="rId13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1" y="0"/>
            <a:ext cx="12191363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V="1">
            <a:off x="11251615" y="4613195"/>
            <a:ext cx="939750" cy="2244805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18"/>
            </p:custDataLst>
          </p:nvPr>
        </p:nvSpPr>
        <p:spPr>
          <a:xfrm>
            <a:off x="1" y="-13335"/>
            <a:ext cx="12191363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2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527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95924" y="360000"/>
            <a:ext cx="10799438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95924" y="1301749"/>
            <a:ext cx="10799438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>
            <p:custDataLst>
              <p:tags r:id="rId12"/>
            </p:custDataLst>
          </p:nvPr>
        </p:nvSpPr>
        <p:spPr>
          <a:xfrm>
            <a:off x="10496765" y="0"/>
            <a:ext cx="1691552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>
            <p:custDataLst>
              <p:tags r:id="rId13"/>
            </p:custDataLst>
          </p:nvPr>
        </p:nvSpPr>
        <p:spPr>
          <a:xfrm>
            <a:off x="905209" y="5687568"/>
            <a:ext cx="2715627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764" y="360000"/>
            <a:ext cx="10799438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4764" y="1364400"/>
            <a:ext cx="10799438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476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114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764" y="360000"/>
            <a:ext cx="10799438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4763" y="1266825"/>
            <a:ext cx="10799437" cy="49107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4763" y="6356350"/>
            <a:ext cx="28864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152" y="6356350"/>
            <a:ext cx="2884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2"/>
            </p:custDataLst>
          </p:nvPr>
        </p:nvSpPr>
        <p:spPr>
          <a:xfrm>
            <a:off x="0" y="-55064"/>
            <a:ext cx="12190730" cy="6912250"/>
          </a:xfrm>
          <a:prstGeom prst="rect">
            <a:avLst/>
          </a:prstGeom>
          <a:solidFill>
            <a:srgbClr val="000000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>
              <a:latin typeface="Arial" panose="020B0604020202020204" pitchFamily="34" charset="0"/>
            </a:endParaRPr>
          </a:p>
        </p:txBody>
      </p:sp>
      <p:cxnSp>
        <p:nvCxnSpPr>
          <p:cNvPr id="7" name="直接连接符 6"/>
          <p:cNvCxnSpPr/>
          <p:nvPr userDrawn="1">
            <p:custDataLst>
              <p:tags r:id="rId13"/>
            </p:custDataLst>
          </p:nvPr>
        </p:nvCxnSpPr>
        <p:spPr>
          <a:xfrm flipV="1">
            <a:off x="583944" y="179"/>
            <a:ext cx="0" cy="644010"/>
          </a:xfrm>
          <a:prstGeom prst="line">
            <a:avLst/>
          </a:prstGeom>
          <a:noFill/>
          <a:ln w="18415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直接连接符 8"/>
          <p:cNvCxnSpPr/>
          <p:nvPr userDrawn="1">
            <p:custDataLst>
              <p:tags r:id="rId14"/>
            </p:custDataLst>
          </p:nvPr>
        </p:nvCxnSpPr>
        <p:spPr>
          <a:xfrm flipV="1">
            <a:off x="405533" y="179"/>
            <a:ext cx="0" cy="805561"/>
          </a:xfrm>
          <a:prstGeom prst="line">
            <a:avLst/>
          </a:prstGeom>
          <a:noFill/>
          <a:ln w="184150"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24" y="6356198"/>
            <a:ext cx="2743057" cy="365106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390" y="6356198"/>
            <a:ext cx="4114586" cy="365106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527" y="6356198"/>
            <a:ext cx="2743057" cy="365106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15A922F-1294-4387-9CB3-FCC8465D972A}" type="slidenum">
              <a:rPr lang="en-US" smtClean="0"/>
            </a:fld>
            <a:endParaRPr lang="en-US"/>
          </a:p>
        </p:txBody>
      </p:sp>
      <p:sp>
        <p:nvSpPr>
          <p:cNvPr id="13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24" y="360160"/>
            <a:ext cx="10799438" cy="719963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24" y="1301860"/>
            <a:ext cx="10799438" cy="487337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179"/>
            <a:ext cx="0" cy="0"/>
          </a:xfrm>
          <a:prstGeom prst="rect">
            <a:avLst/>
          </a:prstGeom>
          <a:solidFill>
            <a:schemeClr val="bg1"/>
          </a:solidFill>
          <a:ln>
            <a:solidFill>
              <a:srgbClr val="DCD6C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en-US" sz="1800" b="0" i="0" u="none" strike="noStrike" kern="1200" cap="none" spc="0" normalizeH="0" baseline="0" dirty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6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6.xml"/><Relationship Id="rId5" Type="http://schemas.openxmlformats.org/officeDocument/2006/relationships/tags" Target="../tags/tag346.xml"/><Relationship Id="rId4" Type="http://schemas.openxmlformats.org/officeDocument/2006/relationships/tags" Target="../tags/tag345.xml"/><Relationship Id="rId3" Type="http://schemas.openxmlformats.org/officeDocument/2006/relationships/tags" Target="../tags/tag344.xml"/><Relationship Id="rId2" Type="http://schemas.openxmlformats.org/officeDocument/2006/relationships/tags" Target="../tags/tag343.xml"/><Relationship Id="rId1" Type="http://schemas.openxmlformats.org/officeDocument/2006/relationships/tags" Target="../tags/tag34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6.xml"/><Relationship Id="rId5" Type="http://schemas.openxmlformats.org/officeDocument/2006/relationships/tags" Target="../tags/tag351.xml"/><Relationship Id="rId4" Type="http://schemas.openxmlformats.org/officeDocument/2006/relationships/tags" Target="../tags/tag350.xml"/><Relationship Id="rId3" Type="http://schemas.openxmlformats.org/officeDocument/2006/relationships/tags" Target="../tags/tag349.xml"/><Relationship Id="rId2" Type="http://schemas.openxmlformats.org/officeDocument/2006/relationships/tags" Target="../tags/tag348.xml"/><Relationship Id="rId1" Type="http://schemas.openxmlformats.org/officeDocument/2006/relationships/tags" Target="../tags/tag347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6.xml"/><Relationship Id="rId5" Type="http://schemas.openxmlformats.org/officeDocument/2006/relationships/tags" Target="../tags/tag356.xml"/><Relationship Id="rId4" Type="http://schemas.openxmlformats.org/officeDocument/2006/relationships/tags" Target="../tags/tag355.xml"/><Relationship Id="rId3" Type="http://schemas.openxmlformats.org/officeDocument/2006/relationships/tags" Target="../tags/tag354.xml"/><Relationship Id="rId2" Type="http://schemas.openxmlformats.org/officeDocument/2006/relationships/tags" Target="../tags/tag353.xml"/><Relationship Id="rId1" Type="http://schemas.openxmlformats.org/officeDocument/2006/relationships/tags" Target="../tags/tag35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6.xml"/><Relationship Id="rId5" Type="http://schemas.openxmlformats.org/officeDocument/2006/relationships/tags" Target="../tags/tag361.xml"/><Relationship Id="rId4" Type="http://schemas.openxmlformats.org/officeDocument/2006/relationships/tags" Target="../tags/tag360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" Type="http://schemas.openxmlformats.org/officeDocument/2006/relationships/tags" Target="../tags/tag357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6.xml"/><Relationship Id="rId5" Type="http://schemas.openxmlformats.org/officeDocument/2006/relationships/tags" Target="../tags/tag366.xml"/><Relationship Id="rId4" Type="http://schemas.openxmlformats.org/officeDocument/2006/relationships/tags" Target="../tags/tag365.xml"/><Relationship Id="rId3" Type="http://schemas.openxmlformats.org/officeDocument/2006/relationships/tags" Target="../tags/tag364.xml"/><Relationship Id="rId2" Type="http://schemas.openxmlformats.org/officeDocument/2006/relationships/tags" Target="../tags/tag363.xml"/><Relationship Id="rId1" Type="http://schemas.openxmlformats.org/officeDocument/2006/relationships/tags" Target="../tags/tag36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6.xml"/><Relationship Id="rId5" Type="http://schemas.openxmlformats.org/officeDocument/2006/relationships/tags" Target="../tags/tag371.xml"/><Relationship Id="rId4" Type="http://schemas.openxmlformats.org/officeDocument/2006/relationships/tags" Target="../tags/tag370.xml"/><Relationship Id="rId3" Type="http://schemas.openxmlformats.org/officeDocument/2006/relationships/tags" Target="../tags/tag369.xml"/><Relationship Id="rId2" Type="http://schemas.openxmlformats.org/officeDocument/2006/relationships/tags" Target="../tags/tag368.xml"/><Relationship Id="rId1" Type="http://schemas.openxmlformats.org/officeDocument/2006/relationships/tags" Target="../tags/tag367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6.xml"/><Relationship Id="rId5" Type="http://schemas.openxmlformats.org/officeDocument/2006/relationships/tags" Target="../tags/tag376.xml"/><Relationship Id="rId4" Type="http://schemas.openxmlformats.org/officeDocument/2006/relationships/tags" Target="../tags/tag375.xml"/><Relationship Id="rId3" Type="http://schemas.openxmlformats.org/officeDocument/2006/relationships/tags" Target="../tags/tag374.xml"/><Relationship Id="rId2" Type="http://schemas.openxmlformats.org/officeDocument/2006/relationships/tags" Target="../tags/tag373.xml"/><Relationship Id="rId1" Type="http://schemas.openxmlformats.org/officeDocument/2006/relationships/tags" Target="../tags/tag372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6.xml"/><Relationship Id="rId5" Type="http://schemas.openxmlformats.org/officeDocument/2006/relationships/tags" Target="../tags/tag381.xml"/><Relationship Id="rId4" Type="http://schemas.openxmlformats.org/officeDocument/2006/relationships/tags" Target="../tags/tag380.xml"/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" Type="http://schemas.openxmlformats.org/officeDocument/2006/relationships/tags" Target="../tags/tag377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6.xml"/><Relationship Id="rId5" Type="http://schemas.openxmlformats.org/officeDocument/2006/relationships/tags" Target="../tags/tag386.xml"/><Relationship Id="rId4" Type="http://schemas.openxmlformats.org/officeDocument/2006/relationships/tags" Target="../tags/tag385.xml"/><Relationship Id="rId3" Type="http://schemas.openxmlformats.org/officeDocument/2006/relationships/tags" Target="../tags/tag384.xml"/><Relationship Id="rId2" Type="http://schemas.openxmlformats.org/officeDocument/2006/relationships/tags" Target="../tags/tag383.xml"/><Relationship Id="rId1" Type="http://schemas.openxmlformats.org/officeDocument/2006/relationships/tags" Target="../tags/tag38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6.xml"/><Relationship Id="rId5" Type="http://schemas.openxmlformats.org/officeDocument/2006/relationships/tags" Target="../tags/tag391.xml"/><Relationship Id="rId4" Type="http://schemas.openxmlformats.org/officeDocument/2006/relationships/tags" Target="../tags/tag390.xml"/><Relationship Id="rId3" Type="http://schemas.openxmlformats.org/officeDocument/2006/relationships/tags" Target="../tags/tag389.xml"/><Relationship Id="rId2" Type="http://schemas.openxmlformats.org/officeDocument/2006/relationships/tags" Target="../tags/tag388.xml"/><Relationship Id="rId1" Type="http://schemas.openxmlformats.org/officeDocument/2006/relationships/tags" Target="../tags/tag3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Content Placeholder 26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47639" y="360044"/>
            <a:ext cx="10799438" cy="4873625"/>
          </a:xfrm>
        </p:spPr>
        <p:txBody>
          <a:bodyPr/>
          <a:p>
            <a:endParaRPr lang="en-US"/>
          </a:p>
          <a:p>
            <a:endParaRPr lang="en-US"/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1318895" y="2513965"/>
            <a:ext cx="9429750" cy="18307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1000"/>
              </a:spcAft>
              <a:defRPr sz="2000"/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Hidden Security in the Digital World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spcAft>
                <a:spcPts val="1000"/>
              </a:spcAft>
              <a:defRPr sz="2000"/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Technical Presentation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spcAft>
                <a:spcPts val="1000"/>
              </a:spcAft>
              <a:defRPr sz="2000"/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Cryptography and Network Security (CSA5116)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spcAft>
                <a:spcPts val="1000"/>
              </a:spcAft>
              <a:defRPr sz="2000"/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Assessment Tool 3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11443970" y="6400800"/>
            <a:ext cx="260350" cy="2603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100">
                <a:solidFill>
                  <a:srgbClr val="646464"/>
                </a:solidFill>
              </a:defRPr>
            </a:pPr>
            <a:r>
              <a:rPr>
                <a:solidFill>
                  <a:schemeClr val="tx1"/>
                </a:solidFill>
              </a:rPr>
              <a:t>1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4" name="Title 2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44525" y="521335"/>
            <a:ext cx="10799445" cy="1694180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sz="4800" b="1" dirty="0">
                <a:ea typeface="+mj-ea"/>
                <a:cs typeface="+mn-ea"/>
                <a:sym typeface="+mn-ea"/>
              </a:rPr>
              <a:t>STEGANOGRAPHY VS CRYPTOGRAPHY</a:t>
            </a:r>
            <a:endParaRPr lang="en-US" sz="4800" b="1" dirty="0">
              <a:ea typeface="+mj-ea"/>
              <a:cs typeface="+mn-ea"/>
              <a:sym typeface="+mn-ea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8896350" y="464312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Name: M. Sadhana</a:t>
            </a:r>
            <a:endParaRPr lang="en-US"/>
          </a:p>
          <a:p>
            <a:r>
              <a:rPr lang="en-US"/>
              <a:t>Reg no:192524386</a:t>
            </a:r>
            <a:endParaRPr lang="en-US"/>
          </a:p>
          <a:p>
            <a:endParaRPr lang="en-US"/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904875" y="2054860"/>
            <a:ext cx="10698480" cy="1976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Information security protects data from unauthorized access and disclosure.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Cryptography transforms readable data into an unreadable form using an algorithm and key.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Steganography hides the existence of the message inside a carrier such as an image, audio or video.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Both techniques support confidentiality, but they achieve it in different ways.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04875" y="1274445"/>
            <a:ext cx="10799445" cy="5126355"/>
          </a:xfrm>
        </p:spPr>
        <p:txBody>
          <a:bodyPr/>
          <a:p>
            <a:pPr marL="0" indent="0">
              <a:buNone/>
            </a:pPr>
            <a:r>
              <a:rPr lang="en-US"/>
              <a:t> 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11443970" y="6400800"/>
            <a:ext cx="260350" cy="26035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100">
                <a:solidFill>
                  <a:srgbClr val="646464"/>
                </a:solidFill>
              </a:defRPr>
            </a:pPr>
            <a:r>
              <a:rPr>
                <a:solidFill>
                  <a:schemeClr val="tx1"/>
                </a:solidFill>
              </a:rPr>
              <a:t>2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5" name="Title 2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237954" y="391910"/>
            <a:ext cx="10799438" cy="719963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b="1" dirty="0">
                <a:ea typeface="+mj-ea"/>
                <a:cs typeface="+mn-ea"/>
                <a:sym typeface="+mn-ea"/>
              </a:rPr>
              <a:t>I</a:t>
            </a:r>
            <a:r>
              <a:rPr lang="en-US" b="1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NTRODUCTION</a:t>
            </a:r>
            <a:endParaRPr lang="en-US" b="1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005840" y="2115820"/>
            <a:ext cx="10698480" cy="3695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endParaRPr sz="23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3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Plaintext → Encryption + Key → Ciphertext</a:t>
            </a:r>
            <a:endParaRPr sz="23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3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encrypted message is visible, but its meaning is protected.</a:t>
            </a:r>
            <a:endParaRPr sz="23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3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Common classical examples: Caesar, Vigenère and Hill ciphers.</a:t>
            </a:r>
            <a:endParaRPr sz="23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3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Modern systems use strong algorithms such as AES and RSA.</a:t>
            </a:r>
            <a:endParaRPr sz="23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3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Main security goal: protect the content of information.</a:t>
            </a:r>
            <a:endParaRPr sz="23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44525" y="881380"/>
            <a:ext cx="10799445" cy="1584325"/>
          </a:xfrm>
        </p:spPr>
        <p:txBody>
          <a:bodyPr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11443970" y="6400800"/>
            <a:ext cx="260350" cy="26035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100">
                <a:solidFill>
                  <a:srgbClr val="646464"/>
                </a:solidFill>
              </a:defRPr>
            </a:pPr>
            <a:r>
              <a:rPr>
                <a:solidFill>
                  <a:schemeClr val="tx1"/>
                </a:solidFill>
              </a:rPr>
              <a:t>3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5" name="Title 2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630009" y="639560"/>
            <a:ext cx="10799438" cy="719963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                 CRYPTOGRAPHY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005840" y="2142490"/>
            <a:ext cx="10698480" cy="29248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Steganography means concealing a secret message inside an innocent-looking carrier.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Typical carriers: images, audio, video and text.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A common image approach is Least Significant Bit (LSB) embedding.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receiver extracts the hidden message using the correct method/key.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Main security goal: conceal the existence of communication.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777240" y="1773555"/>
            <a:ext cx="10799445" cy="596900"/>
          </a:xfrm>
        </p:spPr>
        <p:txBody>
          <a:bodyPr/>
          <a:p>
            <a:endParaRPr lang="en-US"/>
          </a:p>
          <a:p>
            <a:endParaRPr lang="en-US"/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11443970" y="6400800"/>
            <a:ext cx="260350" cy="260350"/>
          </a:xfrm>
          <a:prstGeom prst="rect">
            <a:avLst/>
          </a:prstGeom>
          <a:noFill/>
        </p:spPr>
        <p:txBody>
          <a:bodyPr wrap="square">
            <a:normAutofit fontScale="90000" lnSpcReduction="10000"/>
          </a:bodyPr>
          <a:lstStyle/>
          <a:p>
            <a:pPr algn="r">
              <a:defRPr sz="1100">
                <a:solidFill>
                  <a:srgbClr val="646464"/>
                </a:solidFill>
              </a:defRPr>
            </a:pPr>
            <a:r>
              <a:rPr>
                <a:solidFill>
                  <a:schemeClr val="tx1"/>
                </a:solidFill>
              </a:rPr>
              <a:t>4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5" name="Title 2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77204" y="505575"/>
            <a:ext cx="10799438" cy="719963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                       </a:t>
            </a:r>
            <a:r>
              <a:rPr lang="en-US" dirty="0">
                <a:ea typeface="+mj-ea"/>
                <a:cs typeface="+mn-ea"/>
                <a:sym typeface="+mn-ea"/>
              </a:rPr>
              <a:t>STEGANOGRAPHY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005840" y="1651000"/>
            <a:ext cx="10698480" cy="21170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spcAft>
                <a:spcPts val="1100"/>
              </a:spcAft>
              <a:buFont typeface="Wingdings" panose="05000000000000000000" charset="0"/>
              <a:buNone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highlight>
                  <a:srgbClr val="000000"/>
                </a:highlight>
                <a:latin typeface="Times New Roman" panose="02020603050405020304" charset="0"/>
                <a:cs typeface="Times New Roman" panose="02020603050405020304" charset="0"/>
              </a:rPr>
              <a:t>CRYPTOGRAPHY</a:t>
            </a:r>
            <a:endParaRPr sz="2400">
              <a:solidFill>
                <a:schemeClr val="tx1"/>
              </a:solidFill>
              <a:highlight>
                <a:srgbClr val="00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Plaintext → Encryption → Ciphertext → Decryption → Plaintext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spcAft>
                <a:spcPts val="1100"/>
              </a:spcAft>
              <a:buFont typeface="Wingdings" panose="05000000000000000000" charset="0"/>
              <a:buNone/>
              <a:defRPr sz="1900">
                <a:solidFill>
                  <a:srgbClr val="2D2D2D"/>
                </a:solidFill>
              </a:defRPr>
            </a:pPr>
            <a:endParaRPr sz="2400">
              <a:solidFill>
                <a:schemeClr val="tx1"/>
              </a:solidFill>
              <a:highlight>
                <a:srgbClr val="0000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spcAft>
                <a:spcPts val="1100"/>
              </a:spcAft>
              <a:buFont typeface="Wingdings" panose="05000000000000000000" charset="0"/>
              <a:buNone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highlight>
                  <a:srgbClr val="000000"/>
                </a:highlight>
                <a:latin typeface="Times New Roman" panose="02020603050405020304" charset="0"/>
                <a:cs typeface="Times New Roman" panose="02020603050405020304" charset="0"/>
              </a:rPr>
              <a:t>STEGANOGRAPHY</a:t>
            </a:r>
            <a:endParaRPr sz="2400">
              <a:solidFill>
                <a:schemeClr val="tx1"/>
              </a:solidFill>
              <a:highlight>
                <a:srgbClr val="0000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Secret message + Carrier → Embedding → Stego object → Extraction → Message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Cryptography hides meaning; steganography hides presence.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005804" y="5092699"/>
            <a:ext cx="10799438" cy="4873625"/>
          </a:xfrm>
        </p:spPr>
        <p:txBody>
          <a:bodyPr/>
          <a:p>
            <a:endParaRPr lang="en-US"/>
          </a:p>
          <a:p>
            <a:endParaRPr lang="en-US"/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11443970" y="6400800"/>
            <a:ext cx="260350" cy="26035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100">
                <a:solidFill>
                  <a:srgbClr val="646464"/>
                </a:solidFill>
              </a:defRPr>
            </a:pPr>
            <a:r>
              <a:rPr>
                <a:solidFill>
                  <a:schemeClr val="tx1"/>
                </a:solidFill>
              </a:rPr>
              <a:t>5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5" name="Title 2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                             WORK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005840" y="2034540"/>
            <a:ext cx="10698480" cy="3332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highlight>
                  <a:srgbClr val="000000"/>
                </a:highlight>
                <a:latin typeface="Times New Roman" panose="02020603050405020304" charset="0"/>
                <a:cs typeface="Times New Roman" panose="02020603050405020304" charset="0"/>
              </a:rPr>
              <a:t>Visibility: Ciphertext is noticeable; hidden data may appear as a normal file.</a:t>
            </a:r>
            <a:endParaRPr sz="2400">
              <a:solidFill>
                <a:schemeClr val="tx1"/>
              </a:solidFill>
              <a:highlight>
                <a:srgbClr val="0000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highlight>
                  <a:srgbClr val="000000"/>
                </a:highlight>
                <a:latin typeface="Times New Roman" panose="02020603050405020304" charset="0"/>
                <a:cs typeface="Times New Roman" panose="02020603050405020304" charset="0"/>
              </a:rPr>
              <a:t>Transformation: Cryptography changes the message; steganography embeds it in a carrier.</a:t>
            </a:r>
            <a:endParaRPr sz="2400">
              <a:solidFill>
                <a:schemeClr val="tx1"/>
              </a:solidFill>
              <a:highlight>
                <a:srgbClr val="0000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highlight>
                  <a:srgbClr val="000000"/>
                </a:highlight>
                <a:latin typeface="Times New Roman" panose="02020603050405020304" charset="0"/>
                <a:cs typeface="Times New Roman" panose="02020603050405020304" charset="0"/>
              </a:rPr>
              <a:t>Detection: Cryptanalysis targets ciphertext; steganalysis targets suspicious carriers.</a:t>
            </a:r>
            <a:endParaRPr sz="2400">
              <a:solidFill>
                <a:schemeClr val="tx1"/>
              </a:solidFill>
              <a:highlight>
                <a:srgbClr val="0000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highlight>
                  <a:srgbClr val="000000"/>
                </a:highlight>
                <a:latin typeface="Times New Roman" panose="02020603050405020304" charset="0"/>
                <a:cs typeface="Times New Roman" panose="02020603050405020304" charset="0"/>
              </a:rPr>
              <a:t>Key usage: Cryptography commonly relies on cryptographic keys; steganography may use a key or embedding rule.</a:t>
            </a:r>
            <a:endParaRPr sz="2400">
              <a:solidFill>
                <a:schemeClr val="tx1"/>
              </a:solidFill>
              <a:highlight>
                <a:srgbClr val="0000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highlight>
                  <a:srgbClr val="000000"/>
                </a:highlight>
                <a:latin typeface="Times New Roman" panose="02020603050405020304" charset="0"/>
                <a:cs typeface="Times New Roman" panose="02020603050405020304" charset="0"/>
              </a:rPr>
              <a:t>Best approach</a:t>
            </a: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 combining both can provide an additional layer of protection.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 flipV="1">
            <a:off x="695960" y="3347720"/>
            <a:ext cx="10799445" cy="425450"/>
          </a:xfrm>
        </p:spPr>
        <p:txBody>
          <a:bodyPr/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11443970" y="6400800"/>
            <a:ext cx="260350" cy="26035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100">
                <a:solidFill>
                  <a:srgbClr val="646464"/>
                </a:solidFill>
              </a:defRPr>
            </a:pPr>
            <a:r>
              <a:rPr>
                <a:solidFill>
                  <a:schemeClr val="tx1"/>
                </a:solidFill>
              </a:rPr>
              <a:t>6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5" name="Title 2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              </a:t>
            </a:r>
            <a:r>
              <a:rPr lang="en-US" dirty="0">
                <a:ea typeface="+mj-ea"/>
                <a:cs typeface="+mn-ea"/>
                <a:sym typeface="+mn-ea"/>
              </a:rPr>
              <a:t>STEGANOGRAPHY VS CRYPTOGRAPHY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409700" y="2050415"/>
            <a:ext cx="10698480" cy="25507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Hide the word “SECURE” inside an image using LSB steganography.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• Step 1: Convert the message into binary.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• Step 2: Read image pixel values.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• Step 3: Replace selected least-significant bits with message bits.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• Step 4: Save the modified image as the stego image.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• Step 5: Extract the bits and reconstruct the original message.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941445"/>
            <a:ext cx="10799445" cy="2233930"/>
          </a:xfrm>
        </p:spPr>
        <p:txBody>
          <a:bodyPr/>
          <a:p>
            <a:endParaRPr lang="en-US"/>
          </a:p>
          <a:p>
            <a:endParaRPr lang="en-US"/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11443970" y="6400800"/>
            <a:ext cx="260350" cy="26035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100">
                <a:solidFill>
                  <a:srgbClr val="646464"/>
                </a:solidFill>
              </a:defRPr>
            </a:pPr>
            <a:r>
              <a:rPr>
                <a:solidFill>
                  <a:schemeClr val="tx1"/>
                </a:solidFill>
              </a:rPr>
              <a:t>7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5" name="Title 2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                </a:t>
            </a:r>
            <a:r>
              <a:rPr lang="en-US" dirty="0">
                <a:ea typeface="+mj-ea"/>
                <a:cs typeface="+mn-ea"/>
                <a:sym typeface="+mn-ea"/>
              </a:rPr>
              <a:t>SIMPLE IMPLEMENTATION / DEMO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923290" y="2106295"/>
            <a:ext cx="10698480" cy="21170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Python can be used to demonstrate both techniques.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Cryptography libraries can perform encryption/decryption with keys.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Pillow/OpenCV can read and manipulate image pixels for an LSB demonstration.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 simple program can compare original image, stego image and extracted message.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Correct configuration and reproducible steps improve technical reliability.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 flipV="1">
            <a:off x="695960" y="2757805"/>
            <a:ext cx="10799445" cy="1185545"/>
          </a:xfrm>
        </p:spPr>
        <p:txBody>
          <a:bodyPr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11443970" y="6400800"/>
            <a:ext cx="260350" cy="26035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100">
                <a:solidFill>
                  <a:srgbClr val="646464"/>
                </a:solidFill>
              </a:defRPr>
            </a:pPr>
            <a:r>
              <a:rPr>
                <a:solidFill>
                  <a:schemeClr val="tx1"/>
                </a:solidFill>
              </a:rPr>
              <a:t>8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5" name="Title 2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                    </a:t>
            </a:r>
            <a:r>
              <a:rPr lang="en-US" dirty="0">
                <a:ea typeface="+mj-ea"/>
                <a:cs typeface="+mn-ea"/>
                <a:sym typeface="+mn-ea"/>
              </a:rPr>
              <a:t> TOOLS AND TECHNOLOGIES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869950" y="1943735"/>
            <a:ext cx="10698480" cy="24098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Cryptography provides strong confidentiality when a secure algorithm and key are used.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Steganography can reduce suspicion because the communication may look like an ordinary image.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Steganography is vulnerable to detection, compression, resizing and image processing.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Encrypted data can still attract attention because ciphertext is visibly non-readable.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1100"/>
              </a:spcAft>
              <a:buFont typeface="Wingdings" panose="05000000000000000000" charset="0"/>
              <a:buChar char="Ø"/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Hybrid method: encrypt the message first, then hide the ciphertext inside a carrier.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6175375"/>
            <a:ext cx="10799445" cy="2622550"/>
          </a:xfrm>
        </p:spPr>
        <p:txBody>
          <a:bodyPr/>
          <a:p>
            <a:endParaRPr lang="en-US"/>
          </a:p>
          <a:p>
            <a:endParaRPr lang="en-US"/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11443970" y="6400800"/>
            <a:ext cx="260350" cy="26035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100">
                <a:solidFill>
                  <a:srgbClr val="646464"/>
                </a:solidFill>
              </a:defRPr>
            </a:pPr>
            <a:r>
              <a:rPr>
                <a:solidFill>
                  <a:schemeClr val="tx1"/>
                </a:solidFill>
              </a:rPr>
              <a:t>9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5" name="Title 2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904839" y="711950"/>
            <a:ext cx="10799438" cy="719963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 </a:t>
            </a:r>
            <a:r>
              <a:rPr lang="en-US" dirty="0">
                <a:ea typeface="+mj-ea"/>
                <a:cs typeface="+mn-ea"/>
                <a:sym typeface="+mn-ea"/>
              </a:rPr>
              <a:t>                            </a:t>
            </a:r>
            <a:r>
              <a:rPr lang="en-US" dirty="0">
                <a:ea typeface="+mj-ea"/>
                <a:cs typeface="+mn-ea"/>
                <a:sym typeface="+mn-ea"/>
              </a:rPr>
              <a:t>SECURITY ANALYSIS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796925" y="2142490"/>
            <a:ext cx="10698480" cy="27019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Result: Cryptography protects the meaning of data, while steganography conceals the existence of data.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Conclusion: Neither technique is universally “better”; their strengths address different security needs.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r>
              <a:rPr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Recommended secure approach: encryption + steganographic hiding for layered protection.</a:t>
            </a: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ts val="1100"/>
              </a:spcAft>
              <a:defRPr sz="1900">
                <a:solidFill>
                  <a:srgbClr val="2D2D2D"/>
                </a:solidFill>
              </a:defRPr>
            </a:pPr>
            <a:endParaRPr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518920"/>
            <a:ext cx="10799445" cy="623570"/>
          </a:xfrm>
        </p:spPr>
        <p:txBody>
          <a:bodyPr/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11366500" y="6400800"/>
            <a:ext cx="337820" cy="26035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100">
                <a:solidFill>
                  <a:srgbClr val="646464"/>
                </a:solidFill>
              </a:defRPr>
            </a:pPr>
            <a:r>
              <a:rPr>
                <a:solidFill>
                  <a:schemeClr val="tx1"/>
                </a:solidFill>
              </a:rPr>
              <a:t>10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5" name="Title 2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96889" y="577965"/>
            <a:ext cx="10799438" cy="719963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cs typeface="+mn-ea"/>
                <a:sym typeface="+mn-ea"/>
              </a:rPr>
              <a:t>             </a:t>
            </a:r>
            <a:r>
              <a:rPr lang="en-US" dirty="0">
                <a:ea typeface="+mj-ea"/>
                <a:cs typeface="+mn-ea"/>
                <a:sym typeface="+mn-ea"/>
              </a:rPr>
              <a:t>RESULTS, CONCLUSION &amp; REFERENCES</a:t>
            </a:r>
            <a:endParaRPr lang="en-US" dirty="0">
              <a:ea typeface="+mj-ea"/>
              <a:cs typeface="+mn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ID" val="_11*f*6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SUBTYPE" val="c"/>
  <p:tag name="KSO_WM_UNIT_PRESET_TEXT" val="日期时间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SUBTYPE" val="d"/>
  <p:tag name="KSO_WM_UNIT_PRESET_TEXT" val="联系方式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1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18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8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24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62"/>
</p:tagLst>
</file>

<file path=ppt/tags/tag25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6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62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262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2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7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7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86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8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9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9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0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0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0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0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0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0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1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3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328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329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82"/>
</p:tagLst>
</file>

<file path=ppt/tags/tag340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82"/>
</p:tagLst>
</file>

<file path=ppt/tags/tag341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82"/>
</p:tagLst>
</file>

<file path=ppt/tags/tag3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43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344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34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346.xml><?xml version="1.0" encoding="utf-8"?>
<p:tagLst xmlns:p="http://schemas.openxmlformats.org/presentationml/2006/main">
  <p:tag name="KSO_WM_SLIDE_TYPE" val="text"/>
  <p:tag name="KSO_WM_BEAUTIFY_FLAG" val="#wm#"/>
  <p:tag name="KSO_WM_SLIDE_THEME_ID" val="3303201"/>
  <p:tag name="KSO_WM_SLIDE_THEME_NAME" val="Blue Gradient Tech"/>
</p:tagLst>
</file>

<file path=ppt/tags/tag347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34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49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350.xml><?xml version="1.0" encoding="utf-8"?>
<p:tagLst xmlns:p="http://schemas.openxmlformats.org/presentationml/2006/main">
  <p:tag name="KSO_WM_UNIT_TEXT" val="STEGANOGRAPHY VS CRYPTOGRAPHY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351.xml><?xml version="1.0" encoding="utf-8"?>
<p:tagLst xmlns:p="http://schemas.openxmlformats.org/presentationml/2006/main">
  <p:tag name="KSO_WM_SLIDE_TYPE" val="text"/>
  <p:tag name="KSO_WM_BEAUTIFY_FLAG" val="#wm#"/>
</p:tagLst>
</file>

<file path=ppt/tags/tag35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35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54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355.xml><?xml version="1.0" encoding="utf-8"?>
<p:tagLst xmlns:p="http://schemas.openxmlformats.org/presentationml/2006/main">
  <p:tag name="KSO_WM_UNIT_TEXT" val="1. INTRODUC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356.xml><?xml version="1.0" encoding="utf-8"?>
<p:tagLst xmlns:p="http://schemas.openxmlformats.org/presentationml/2006/main">
  <p:tag name="KSO_WM_SLIDE_TYPE" val="text"/>
  <p:tag name="KSO_WM_BEAUTIFY_FLAG" val="#wm#"/>
</p:tagLst>
</file>

<file path=ppt/tags/tag35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35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59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360.xml><?xml version="1.0" encoding="utf-8"?>
<p:tagLst xmlns:p="http://schemas.openxmlformats.org/presentationml/2006/main">
  <p:tag name="KSO_WM_UNIT_TEXT" val="2. WHAT IS CRYPTOGRAPHY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361.xml><?xml version="1.0" encoding="utf-8"?>
<p:tagLst xmlns:p="http://schemas.openxmlformats.org/presentationml/2006/main">
  <p:tag name="KSO_WM_SLIDE_TYPE" val="text"/>
  <p:tag name="KSO_WM_BEAUTIFY_FLAG" val="#wm#"/>
</p:tagLst>
</file>

<file path=ppt/tags/tag36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36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64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365.xml><?xml version="1.0" encoding="utf-8"?>
<p:tagLst xmlns:p="http://schemas.openxmlformats.org/presentationml/2006/main">
  <p:tag name="KSO_WM_UNIT_TEXT" val="3. WHAT IS STEGANOGRAPHY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366.xml><?xml version="1.0" encoding="utf-8"?>
<p:tagLst xmlns:p="http://schemas.openxmlformats.org/presentationml/2006/main">
  <p:tag name="KSO_WM_SLIDE_TYPE" val="text"/>
  <p:tag name="KSO_WM_BEAUTIFY_FLAG" val="#wm#"/>
</p:tagLst>
</file>

<file path=ppt/tags/tag36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36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69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370.xml><?xml version="1.0" encoding="utf-8"?>
<p:tagLst xmlns:p="http://schemas.openxmlformats.org/presentationml/2006/main">
  <p:tag name="KSO_WM_UNIT_TEXT" val="4. HOW THEY WORK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371.xml><?xml version="1.0" encoding="utf-8"?>
<p:tagLst xmlns:p="http://schemas.openxmlformats.org/presentationml/2006/main">
  <p:tag name="KSO_WM_SLIDE_TYPE" val="text"/>
  <p:tag name="KSO_WM_BEAUTIFY_FLAG" val="#wm#"/>
</p:tagLst>
</file>

<file path=ppt/tags/tag372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37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74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375.xml><?xml version="1.0" encoding="utf-8"?>
<p:tagLst xmlns:p="http://schemas.openxmlformats.org/presentationml/2006/main">
  <p:tag name="KSO_WM_UNIT_TEXT" val="5. STEGANOGRAPHY VS CRYPTOGRAPHY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376.xml><?xml version="1.0" encoding="utf-8"?>
<p:tagLst xmlns:p="http://schemas.openxmlformats.org/presentationml/2006/main">
  <p:tag name="KSO_WM_SLIDE_TYPE" val="text"/>
  <p:tag name="KSO_WM_BEAUTIFY_FLAG" val="#wm#"/>
</p:tagLst>
</file>

<file path=ppt/tags/tag37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37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79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380.xml><?xml version="1.0" encoding="utf-8"?>
<p:tagLst xmlns:p="http://schemas.openxmlformats.org/presentationml/2006/main">
  <p:tag name="KSO_WM_UNIT_TEXT" val="6. SIMPLE IMPLEMENTATION / DEMO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381.xml><?xml version="1.0" encoding="utf-8"?>
<p:tagLst xmlns:p="http://schemas.openxmlformats.org/presentationml/2006/main">
  <p:tag name="KSO_WM_SLIDE_TYPE" val="text"/>
  <p:tag name="KSO_WM_BEAUTIFY_FLAG" val="#wm#"/>
</p:tagLst>
</file>

<file path=ppt/tags/tag38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38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84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385.xml><?xml version="1.0" encoding="utf-8"?>
<p:tagLst xmlns:p="http://schemas.openxmlformats.org/presentationml/2006/main">
  <p:tag name="KSO_WM_UNIT_TEXT" val="7. TOOLS AND TECHNOLOGI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386.xml><?xml version="1.0" encoding="utf-8"?>
<p:tagLst xmlns:p="http://schemas.openxmlformats.org/presentationml/2006/main">
  <p:tag name="KSO_WM_SLIDE_TYPE" val="text"/>
  <p:tag name="KSO_WM_BEAUTIFY_FLAG" val="#wm#"/>
</p:tagLst>
</file>

<file path=ppt/tags/tag38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38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89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390.xml><?xml version="1.0" encoding="utf-8"?>
<p:tagLst xmlns:p="http://schemas.openxmlformats.org/presentationml/2006/main">
  <p:tag name="KSO_WM_UNIT_TEXT" val="8. SECURITY ANALYSI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391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自定义 100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615DFF"/>
      </a:accent1>
      <a:accent2>
        <a:srgbClr val="33C6FD"/>
      </a:accent2>
      <a:accent3>
        <a:srgbClr val="6694FC"/>
      </a:accent3>
      <a:accent4>
        <a:srgbClr val="9963FA"/>
      </a:accent4>
      <a:accent5>
        <a:srgbClr val="CC31F9"/>
      </a:accent5>
      <a:accent6>
        <a:srgbClr val="E646C8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自定义 57">
      <a:dk1>
        <a:srgbClr val="000000"/>
      </a:dk1>
      <a:lt1>
        <a:srgbClr val="FFFFFF"/>
      </a:lt1>
      <a:dk2>
        <a:srgbClr val="043460"/>
      </a:dk2>
      <a:lt2>
        <a:srgbClr val="EFFFFF"/>
      </a:lt2>
      <a:accent1>
        <a:srgbClr val="09FFFF"/>
      </a:accent1>
      <a:accent2>
        <a:srgbClr val="1ADCFF"/>
      </a:accent2>
      <a:accent3>
        <a:srgbClr val="0F54FF"/>
      </a:accent3>
      <a:accent4>
        <a:srgbClr val="3D97FF"/>
      </a:accent4>
      <a:accent5>
        <a:srgbClr val="4F74FF"/>
      </a:accent5>
      <a:accent6>
        <a:srgbClr val="6051FF"/>
      </a:accent6>
      <a:hlink>
        <a:srgbClr val="4472C4"/>
      </a:hlink>
      <a:folHlink>
        <a:srgbClr val="BFBFBF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DCD6CA"/>
          </a:solidFill>
          <a:prstDash val="soli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3537</Words>
  <Application>WPS Presentation</Application>
  <PresentationFormat>On-screen Show (4:3)</PresentationFormat>
  <Paragraphs>125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10</vt:i4>
      </vt:variant>
    </vt:vector>
  </HeadingPairs>
  <TitlesOfParts>
    <vt:vector size="32" baseType="lpstr">
      <vt:lpstr>Arial</vt:lpstr>
      <vt:lpstr>SimSun</vt:lpstr>
      <vt:lpstr>Wingdings</vt:lpstr>
      <vt:lpstr>Arial</vt:lpstr>
      <vt:lpstr>江城圆体 400W</vt:lpstr>
      <vt:lpstr>Times New Roman</vt:lpstr>
      <vt:lpstr>Wingdings</vt:lpstr>
      <vt:lpstr>Inter</vt:lpstr>
      <vt:lpstr>Inter Bold</vt:lpstr>
      <vt:lpstr>Segoe Print</vt:lpstr>
      <vt:lpstr>Microsoft YaHei</vt:lpstr>
      <vt:lpstr>Arial Unicode MS</vt:lpstr>
      <vt:lpstr>Calibri</vt:lpstr>
      <vt:lpstr>Charis SIL</vt:lpstr>
      <vt:lpstr>Crimson Text SemiBold</vt:lpstr>
      <vt:lpstr>Manrope ExtraBold</vt:lpstr>
      <vt:lpstr>Lato</vt:lpstr>
      <vt:lpstr>Office Theme</vt:lpstr>
      <vt:lpstr>1_Office Theme</vt:lpstr>
      <vt:lpstr>2_Office Theme</vt:lpstr>
      <vt:lpstr>3_Office Theme</vt:lpstr>
      <vt:lpstr>4_Office Theme</vt:lpstr>
      <vt:lpstr>STEGANOGRAPHY VS CRYPTOGRAPHY</vt:lpstr>
      <vt:lpstr>INTRODUCTION</vt:lpstr>
      <vt:lpstr>                           CRYPTOGRAPHY</vt:lpstr>
      <vt:lpstr>                                     STEGANOGRAPHY</vt:lpstr>
      <vt:lpstr>                                                 WORK</vt:lpstr>
      <vt:lpstr>              STEGANOGRAPHY VS CRYPTOGRAPHY</vt:lpstr>
      <vt:lpstr>                SIMPLE IMPLEMENTATION / DEMO</vt:lpstr>
      <vt:lpstr>                     TOOLS AND TECHNOLOGIES</vt:lpstr>
      <vt:lpstr>                             SECURITY ANALYSIS</vt:lpstr>
      <vt:lpstr>             RESULTS, CONCLUSION &amp; 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SADHANA M</cp:lastModifiedBy>
  <cp:revision>5</cp:revision>
  <dcterms:created xsi:type="dcterms:W3CDTF">2013-01-27T09:14:00Z</dcterms:created>
  <dcterms:modified xsi:type="dcterms:W3CDTF">2026-10-13T07:32:15Z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1AE6BF86D60B43DCA5327FEF18799F11_13</vt:lpwstr>
  </property>
</Properties>
</file>